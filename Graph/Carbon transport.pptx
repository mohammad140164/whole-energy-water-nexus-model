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5CBF6B-FB19-479A-81D9-5B06B0472B6A}" v="3" dt="2026-10-11T01:06:16.5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9559" autoAdjust="0"/>
    <p:restoredTop sz="94660"/>
  </p:normalViewPr>
  <p:slideViewPr>
    <p:cSldViewPr snapToGrid="0">
      <p:cViewPr>
        <p:scale>
          <a:sx n="52" d="100"/>
          <a:sy n="52" d="100"/>
        </p:scale>
        <p:origin x="2371" y="8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Hemmati" userId="5e4c8864-b60e-4c33-9ab5-79becc45a124" providerId="ADAL" clId="{0AA367D0-20A9-4589-BF11-3BD43FA0EB4A}"/>
    <pc:docChg chg="undo custSel modSld">
      <pc:chgData name="Mohammad Hemmati" userId="5e4c8864-b60e-4c33-9ab5-79becc45a124" providerId="ADAL" clId="{0AA367D0-20A9-4589-BF11-3BD43FA0EB4A}" dt="2026-10-11T01:10:14.641" v="219" actId="20577"/>
      <pc:docMkLst>
        <pc:docMk/>
      </pc:docMkLst>
      <pc:sldChg chg="addSp delSp modSp mod">
        <pc:chgData name="Mohammad Hemmati" userId="5e4c8864-b60e-4c33-9ab5-79becc45a124" providerId="ADAL" clId="{0AA367D0-20A9-4589-BF11-3BD43FA0EB4A}" dt="2026-10-11T01:10:14.641" v="219" actId="20577"/>
        <pc:sldMkLst>
          <pc:docMk/>
          <pc:sldMk cId="2209264404" sldId="256"/>
        </pc:sldMkLst>
        <pc:spChg chg="mod">
          <ac:chgData name="Mohammad Hemmati" userId="5e4c8864-b60e-4c33-9ab5-79becc45a124" providerId="ADAL" clId="{0AA367D0-20A9-4589-BF11-3BD43FA0EB4A}" dt="2026-10-11T01:05:07.761" v="119" actId="20577"/>
          <ac:spMkLst>
            <pc:docMk/>
            <pc:sldMk cId="2209264404" sldId="256"/>
            <ac:spMk id="166" creationId="{8B63DB60-673D-FF45-01A5-125CF6EA2595}"/>
          </ac:spMkLst>
        </pc:spChg>
        <pc:spChg chg="mod">
          <ac:chgData name="Mohammad Hemmati" userId="5e4c8864-b60e-4c33-9ab5-79becc45a124" providerId="ADAL" clId="{0AA367D0-20A9-4589-BF11-3BD43FA0EB4A}" dt="2026-10-11T01:05:30.902" v="120" actId="20577"/>
          <ac:spMkLst>
            <pc:docMk/>
            <pc:sldMk cId="2209264404" sldId="256"/>
            <ac:spMk id="169" creationId="{4B589B9F-BFF2-61F2-E59D-7FFC4DF2C630}"/>
          </ac:spMkLst>
        </pc:spChg>
        <pc:spChg chg="add del mod">
          <ac:chgData name="Mohammad Hemmati" userId="5e4c8864-b60e-4c33-9ab5-79becc45a124" providerId="ADAL" clId="{0AA367D0-20A9-4589-BF11-3BD43FA0EB4A}" dt="2026-10-11T01:02:33.906" v="29" actId="478"/>
          <ac:spMkLst>
            <pc:docMk/>
            <pc:sldMk cId="2209264404" sldId="256"/>
            <ac:spMk id="171" creationId="{F04D383B-0081-EAEE-6877-820708BEA097}"/>
          </ac:spMkLst>
        </pc:spChg>
        <pc:spChg chg="mod">
          <ac:chgData name="Mohammad Hemmati" userId="5e4c8864-b60e-4c33-9ab5-79becc45a124" providerId="ADAL" clId="{0AA367D0-20A9-4589-BF11-3BD43FA0EB4A}" dt="2026-10-11T01:10:08.082" v="217" actId="1038"/>
          <ac:spMkLst>
            <pc:docMk/>
            <pc:sldMk cId="2209264404" sldId="256"/>
            <ac:spMk id="251" creationId="{8513DEBE-4ABF-E10D-8EC5-CBC01F420728}"/>
          </ac:spMkLst>
        </pc:spChg>
        <pc:spChg chg="mod">
          <ac:chgData name="Mohammad Hemmati" userId="5e4c8864-b60e-4c33-9ab5-79becc45a124" providerId="ADAL" clId="{0AA367D0-20A9-4589-BF11-3BD43FA0EB4A}" dt="2026-10-11T01:09:46.783" v="197" actId="20577"/>
          <ac:spMkLst>
            <pc:docMk/>
            <pc:sldMk cId="2209264404" sldId="256"/>
            <ac:spMk id="252" creationId="{400BCF46-8BA5-8FB2-A892-73C988AEF6B4}"/>
          </ac:spMkLst>
        </pc:spChg>
        <pc:spChg chg="del">
          <ac:chgData name="Mohammad Hemmati" userId="5e4c8864-b60e-4c33-9ab5-79becc45a124" providerId="ADAL" clId="{0AA367D0-20A9-4589-BF11-3BD43FA0EB4A}" dt="2026-10-11T01:09:16.410" v="143" actId="478"/>
          <ac:spMkLst>
            <pc:docMk/>
            <pc:sldMk cId="2209264404" sldId="256"/>
            <ac:spMk id="253" creationId="{58C9C7AF-223A-D169-CD76-7739AE616969}"/>
          </ac:spMkLst>
        </pc:spChg>
        <pc:spChg chg="mod">
          <ac:chgData name="Mohammad Hemmati" userId="5e4c8864-b60e-4c33-9ab5-79becc45a124" providerId="ADAL" clId="{0AA367D0-20A9-4589-BF11-3BD43FA0EB4A}" dt="2026-10-11T01:09:33.198" v="180" actId="1036"/>
          <ac:spMkLst>
            <pc:docMk/>
            <pc:sldMk cId="2209264404" sldId="256"/>
            <ac:spMk id="254" creationId="{3D3720E8-BED1-ED5C-08CD-9B280726CA66}"/>
          </ac:spMkLst>
        </pc:spChg>
        <pc:spChg chg="del">
          <ac:chgData name="Mohammad Hemmati" userId="5e4c8864-b60e-4c33-9ab5-79becc45a124" providerId="ADAL" clId="{0AA367D0-20A9-4589-BF11-3BD43FA0EB4A}" dt="2026-10-11T01:08:34.919" v="135" actId="478"/>
          <ac:spMkLst>
            <pc:docMk/>
            <pc:sldMk cId="2209264404" sldId="256"/>
            <ac:spMk id="299" creationId="{47EDDD2B-CD34-915F-82A0-F22A759ED8A0}"/>
          </ac:spMkLst>
        </pc:spChg>
        <pc:spChg chg="del">
          <ac:chgData name="Mohammad Hemmati" userId="5e4c8864-b60e-4c33-9ab5-79becc45a124" providerId="ADAL" clId="{0AA367D0-20A9-4589-BF11-3BD43FA0EB4A}" dt="2026-10-11T01:08:39.842" v="138" actId="478"/>
          <ac:spMkLst>
            <pc:docMk/>
            <pc:sldMk cId="2209264404" sldId="256"/>
            <ac:spMk id="300" creationId="{89C70425-2AF2-5EBF-5325-8046873D425D}"/>
          </ac:spMkLst>
        </pc:spChg>
        <pc:spChg chg="del mod">
          <ac:chgData name="Mohammad Hemmati" userId="5e4c8864-b60e-4c33-9ab5-79becc45a124" providerId="ADAL" clId="{0AA367D0-20A9-4589-BF11-3BD43FA0EB4A}" dt="2026-10-11T01:08:38.559" v="137" actId="478"/>
          <ac:spMkLst>
            <pc:docMk/>
            <pc:sldMk cId="2209264404" sldId="256"/>
            <ac:spMk id="301" creationId="{060C38F3-E658-7870-E579-C1BECD0EF420}"/>
          </ac:spMkLst>
        </pc:spChg>
        <pc:spChg chg="del">
          <ac:chgData name="Mohammad Hemmati" userId="5e4c8864-b60e-4c33-9ab5-79becc45a124" providerId="ADAL" clId="{0AA367D0-20A9-4589-BF11-3BD43FA0EB4A}" dt="2026-10-11T01:08:42.277" v="139" actId="478"/>
          <ac:spMkLst>
            <pc:docMk/>
            <pc:sldMk cId="2209264404" sldId="256"/>
            <ac:spMk id="302" creationId="{76506BA2-478A-760B-B2B6-FB2A9635A417}"/>
          </ac:spMkLst>
        </pc:spChg>
        <pc:spChg chg="del">
          <ac:chgData name="Mohammad Hemmati" userId="5e4c8864-b60e-4c33-9ab5-79becc45a124" providerId="ADAL" clId="{0AA367D0-20A9-4589-BF11-3BD43FA0EB4A}" dt="2026-10-11T01:08:43.923" v="140" actId="478"/>
          <ac:spMkLst>
            <pc:docMk/>
            <pc:sldMk cId="2209264404" sldId="256"/>
            <ac:spMk id="303" creationId="{48CACDFD-A33B-6DEB-4C00-E42A0B7C8036}"/>
          </ac:spMkLst>
        </pc:spChg>
        <pc:spChg chg="del">
          <ac:chgData name="Mohammad Hemmati" userId="5e4c8864-b60e-4c33-9ab5-79becc45a124" providerId="ADAL" clId="{0AA367D0-20A9-4589-BF11-3BD43FA0EB4A}" dt="2026-10-11T01:08:32.389" v="134" actId="478"/>
          <ac:spMkLst>
            <pc:docMk/>
            <pc:sldMk cId="2209264404" sldId="256"/>
            <ac:spMk id="304" creationId="{7D523B03-1127-A1C9-F30A-52FE05CA3EA9}"/>
          </ac:spMkLst>
        </pc:spChg>
        <pc:spChg chg="mod">
          <ac:chgData name="Mohammad Hemmati" userId="5e4c8864-b60e-4c33-9ab5-79becc45a124" providerId="ADAL" clId="{0AA367D0-20A9-4589-BF11-3BD43FA0EB4A}" dt="2026-10-11T01:10:14.641" v="219" actId="20577"/>
          <ac:spMkLst>
            <pc:docMk/>
            <pc:sldMk cId="2209264404" sldId="256"/>
            <ac:spMk id="352" creationId="{FAA42C65-3846-C7F9-5E03-A931F1411681}"/>
          </ac:spMkLst>
        </pc:spChg>
        <pc:spChg chg="mod">
          <ac:chgData name="Mohammad Hemmati" userId="5e4c8864-b60e-4c33-9ab5-79becc45a124" providerId="ADAL" clId="{0AA367D0-20A9-4589-BF11-3BD43FA0EB4A}" dt="2026-10-10T12:27:38.559" v="7" actId="20577"/>
          <ac:spMkLst>
            <pc:docMk/>
            <pc:sldMk cId="2209264404" sldId="256"/>
            <ac:spMk id="356" creationId="{CF422899-7F28-B376-1B8B-8630F8763832}"/>
          </ac:spMkLst>
        </pc:spChg>
        <pc:spChg chg="mod">
          <ac:chgData name="Mohammad Hemmati" userId="5e4c8864-b60e-4c33-9ab5-79becc45a124" providerId="ADAL" clId="{0AA367D0-20A9-4589-BF11-3BD43FA0EB4A}" dt="2026-10-10T12:27:41.393" v="9" actId="20577"/>
          <ac:spMkLst>
            <pc:docMk/>
            <pc:sldMk cId="2209264404" sldId="256"/>
            <ac:spMk id="358" creationId="{1D03CAFA-8CFE-17EB-3B87-0F0614121701}"/>
          </ac:spMkLst>
        </pc:spChg>
        <pc:grpChg chg="add mod">
          <ac:chgData name="Mohammad Hemmati" userId="5e4c8864-b60e-4c33-9ab5-79becc45a124" providerId="ADAL" clId="{0AA367D0-20A9-4589-BF11-3BD43FA0EB4A}" dt="2026-10-11T01:06:16.502" v="121" actId="164"/>
          <ac:grpSpMkLst>
            <pc:docMk/>
            <pc:sldMk cId="2209264404" sldId="256"/>
            <ac:grpSpMk id="10" creationId="{A8584FB8-2975-F3C9-F23F-128D3E00D1DE}"/>
          </ac:grpSpMkLst>
        </pc:grpChg>
        <pc:grpChg chg="del">
          <ac:chgData name="Mohammad Hemmati" userId="5e4c8864-b60e-4c33-9ab5-79becc45a124" providerId="ADAL" clId="{0AA367D0-20A9-4589-BF11-3BD43FA0EB4A}" dt="2026-10-11T01:04:27.325" v="74" actId="478"/>
          <ac:grpSpMkLst>
            <pc:docMk/>
            <pc:sldMk cId="2209264404" sldId="256"/>
            <ac:grpSpMk id="142" creationId="{5B98160B-2EA4-5506-C6B4-D1D46DF96F57}"/>
          </ac:grpSpMkLst>
        </pc:grpChg>
        <pc:grpChg chg="del">
          <ac:chgData name="Mohammad Hemmati" userId="5e4c8864-b60e-4c33-9ab5-79becc45a124" providerId="ADAL" clId="{0AA367D0-20A9-4589-BF11-3BD43FA0EB4A}" dt="2026-10-11T01:08:42.277" v="139" actId="478"/>
          <ac:grpSpMkLst>
            <pc:docMk/>
            <pc:sldMk cId="2209264404" sldId="256"/>
            <ac:grpSpMk id="293" creationId="{D9555EFF-54BD-871C-855F-8C1A9AB8C54E}"/>
          </ac:grpSpMkLst>
        </pc:grpChg>
        <pc:grpChg chg="mod">
          <ac:chgData name="Mohammad Hemmati" userId="5e4c8864-b60e-4c33-9ab5-79becc45a124" providerId="ADAL" clId="{0AA367D0-20A9-4589-BF11-3BD43FA0EB4A}" dt="2026-10-11T01:06:16.502" v="121" actId="164"/>
          <ac:grpSpMkLst>
            <pc:docMk/>
            <pc:sldMk cId="2209264404" sldId="256"/>
            <ac:grpSpMk id="359" creationId="{8C0E1717-2C94-577B-8DB4-4B1555B647A9}"/>
          </ac:grpSpMkLst>
        </pc:grpChg>
        <pc:picChg chg="add del mod">
          <ac:chgData name="Mohammad Hemmati" userId="5e4c8864-b60e-4c33-9ab5-79becc45a124" providerId="ADAL" clId="{0AA367D0-20A9-4589-BF11-3BD43FA0EB4A}" dt="2026-10-11T01:04:57.596" v="99" actId="1036"/>
          <ac:picMkLst>
            <pc:docMk/>
            <pc:sldMk cId="2209264404" sldId="256"/>
            <ac:picMk id="140" creationId="{946A8F1B-404C-CDDE-B635-B249D17D2F24}"/>
          </ac:picMkLst>
        </pc:picChg>
        <pc:cxnChg chg="add mod">
          <ac:chgData name="Mohammad Hemmati" userId="5e4c8864-b60e-4c33-9ab5-79becc45a124" providerId="ADAL" clId="{0AA367D0-20A9-4589-BF11-3BD43FA0EB4A}" dt="2026-10-11T01:06:16.502" v="121" actId="164"/>
          <ac:cxnSpMkLst>
            <pc:docMk/>
            <pc:sldMk cId="2209264404" sldId="256"/>
            <ac:cxnSpMk id="5" creationId="{4A577E90-1FD7-7385-E48E-3F125D388695}"/>
          </ac:cxnSpMkLst>
        </pc:cxnChg>
        <pc:cxnChg chg="add mod">
          <ac:chgData name="Mohammad Hemmati" userId="5e4c8864-b60e-4c33-9ab5-79becc45a124" providerId="ADAL" clId="{0AA367D0-20A9-4589-BF11-3BD43FA0EB4A}" dt="2026-10-11T01:06:16.502" v="121" actId="164"/>
          <ac:cxnSpMkLst>
            <pc:docMk/>
            <pc:sldMk cId="2209264404" sldId="256"/>
            <ac:cxnSpMk id="8" creationId="{E995E27B-885D-D05A-087B-24B386E8D706}"/>
          </ac:cxnSpMkLst>
        </pc:cxnChg>
        <pc:cxnChg chg="add del mod">
          <ac:chgData name="Mohammad Hemmati" userId="5e4c8864-b60e-4c33-9ab5-79becc45a124" providerId="ADAL" clId="{0AA367D0-20A9-4589-BF11-3BD43FA0EB4A}" dt="2026-10-11T01:02:31.461" v="28" actId="478"/>
          <ac:cxnSpMkLst>
            <pc:docMk/>
            <pc:sldMk cId="2209264404" sldId="256"/>
            <ac:cxnSpMk id="161" creationId="{B3D62F9C-C63D-5BB1-97BF-E3F9D0072960}"/>
          </ac:cxnSpMkLst>
        </pc:cxnChg>
        <pc:cxnChg chg="mod">
          <ac:chgData name="Mohammad Hemmati" userId="5e4c8864-b60e-4c33-9ab5-79becc45a124" providerId="ADAL" clId="{0AA367D0-20A9-4589-BF11-3BD43FA0EB4A}" dt="2026-10-11T01:07:33.867" v="125" actId="692"/>
          <ac:cxnSpMkLst>
            <pc:docMk/>
            <pc:sldMk cId="2209264404" sldId="256"/>
            <ac:cxnSpMk id="162" creationId="{35B65031-BFC0-0300-58F7-4C7303C435D1}"/>
          </ac:cxnSpMkLst>
        </pc:cxnChg>
        <pc:cxnChg chg="mod">
          <ac:chgData name="Mohammad Hemmati" userId="5e4c8864-b60e-4c33-9ab5-79becc45a124" providerId="ADAL" clId="{0AA367D0-20A9-4589-BF11-3BD43FA0EB4A}" dt="2026-10-11T01:04:47.381" v="87" actId="692"/>
          <ac:cxnSpMkLst>
            <pc:docMk/>
            <pc:sldMk cId="2209264404" sldId="256"/>
            <ac:cxnSpMk id="164" creationId="{EA536606-D653-5621-89C9-AC6503A036E7}"/>
          </ac:cxnSpMkLst>
        </pc:cxnChg>
        <pc:cxnChg chg="mod">
          <ac:chgData name="Mohammad Hemmati" userId="5e4c8864-b60e-4c33-9ab5-79becc45a124" providerId="ADAL" clId="{0AA367D0-20A9-4589-BF11-3BD43FA0EB4A}" dt="2026-10-11T01:04:55.767" v="98" actId="1038"/>
          <ac:cxnSpMkLst>
            <pc:docMk/>
            <pc:sldMk cId="2209264404" sldId="256"/>
            <ac:cxnSpMk id="167" creationId="{A631A5F5-13A9-17C1-E9F7-D616C5CD0D1C}"/>
          </ac:cxnSpMkLst>
        </pc:cxnChg>
        <pc:cxnChg chg="mod">
          <ac:chgData name="Mohammad Hemmati" userId="5e4c8864-b60e-4c33-9ab5-79becc45a124" providerId="ADAL" clId="{0AA367D0-20A9-4589-BF11-3BD43FA0EB4A}" dt="2026-10-11T01:07:40.420" v="128" actId="692"/>
          <ac:cxnSpMkLst>
            <pc:docMk/>
            <pc:sldMk cId="2209264404" sldId="256"/>
            <ac:cxnSpMk id="168" creationId="{FFC50E20-F419-759B-0F1B-C28F5EED4F45}"/>
          </ac:cxnSpMkLst>
        </pc:cxnChg>
        <pc:cxnChg chg="del">
          <ac:chgData name="Mohammad Hemmati" userId="5e4c8864-b60e-4c33-9ab5-79becc45a124" providerId="ADAL" clId="{0AA367D0-20A9-4589-BF11-3BD43FA0EB4A}" dt="2026-10-11T01:02:29.373" v="27" actId="478"/>
          <ac:cxnSpMkLst>
            <pc:docMk/>
            <pc:sldMk cId="2209264404" sldId="256"/>
            <ac:cxnSpMk id="170" creationId="{A8B2F296-B56F-1690-BEB3-D6218EF082BB}"/>
          </ac:cxnSpMkLst>
        </pc:cxnChg>
        <pc:cxnChg chg="mod">
          <ac:chgData name="Mohammad Hemmati" userId="5e4c8864-b60e-4c33-9ab5-79becc45a124" providerId="ADAL" clId="{0AA367D0-20A9-4589-BF11-3BD43FA0EB4A}" dt="2026-10-11T01:10:04.895" v="215" actId="1035"/>
          <ac:cxnSpMkLst>
            <pc:docMk/>
            <pc:sldMk cId="2209264404" sldId="256"/>
            <ac:cxnSpMk id="246" creationId="{1CB41192-1D7D-25A2-10A3-158610E3C6A5}"/>
          </ac:cxnSpMkLst>
        </pc:cxnChg>
        <pc:cxnChg chg="mod">
          <ac:chgData name="Mohammad Hemmati" userId="5e4c8864-b60e-4c33-9ab5-79becc45a124" providerId="ADAL" clId="{0AA367D0-20A9-4589-BF11-3BD43FA0EB4A}" dt="2026-10-11T01:09:39.460" v="187" actId="1036"/>
          <ac:cxnSpMkLst>
            <pc:docMk/>
            <pc:sldMk cId="2209264404" sldId="256"/>
            <ac:cxnSpMk id="247" creationId="{97E19A31-949D-0689-F50E-F6939CB40FB1}"/>
          </ac:cxnSpMkLst>
        </pc:cxnChg>
        <pc:cxnChg chg="mod">
          <ac:chgData name="Mohammad Hemmati" userId="5e4c8864-b60e-4c33-9ab5-79becc45a124" providerId="ADAL" clId="{0AA367D0-20A9-4589-BF11-3BD43FA0EB4A}" dt="2026-10-11T01:09:30.656" v="174" actId="1035"/>
          <ac:cxnSpMkLst>
            <pc:docMk/>
            <pc:sldMk cId="2209264404" sldId="256"/>
            <ac:cxnSpMk id="248" creationId="{A4C74756-2B33-090A-12F3-0A4532AF54E1}"/>
          </ac:cxnSpMkLst>
        </pc:cxnChg>
        <pc:cxnChg chg="del">
          <ac:chgData name="Mohammad Hemmati" userId="5e4c8864-b60e-4c33-9ab5-79becc45a124" providerId="ADAL" clId="{0AA367D0-20A9-4589-BF11-3BD43FA0EB4A}" dt="2026-10-11T01:09:19.539" v="144" actId="478"/>
          <ac:cxnSpMkLst>
            <pc:docMk/>
            <pc:sldMk cId="2209264404" sldId="256"/>
            <ac:cxnSpMk id="249" creationId="{430B92D4-5667-4EAA-132E-7EB85AFCD3D1}"/>
          </ac:cxnSpMkLst>
        </pc:cxnChg>
        <pc:cxnChg chg="del">
          <ac:chgData name="Mohammad Hemmati" userId="5e4c8864-b60e-4c33-9ab5-79becc45a124" providerId="ADAL" clId="{0AA367D0-20A9-4589-BF11-3BD43FA0EB4A}" dt="2026-10-11T01:04:29.433" v="75" actId="478"/>
          <ac:cxnSpMkLst>
            <pc:docMk/>
            <pc:sldMk cId="2209264404" sldId="256"/>
            <ac:cxnSpMk id="264" creationId="{F33FF132-FA2A-81C6-E50D-5B6CF14C923F}"/>
          </ac:cxnSpMkLst>
        </pc:cxnChg>
        <pc:cxnChg chg="del">
          <ac:chgData name="Mohammad Hemmati" userId="5e4c8864-b60e-4c33-9ab5-79becc45a124" providerId="ADAL" clId="{0AA367D0-20A9-4589-BF11-3BD43FA0EB4A}" dt="2026-10-11T01:04:27.325" v="74" actId="478"/>
          <ac:cxnSpMkLst>
            <pc:docMk/>
            <pc:sldMk cId="2209264404" sldId="256"/>
            <ac:cxnSpMk id="265" creationId="{90B5B0EC-4F2B-79DC-95D9-FB0B2CD2DD07}"/>
          </ac:cxnSpMkLst>
        </pc:cxnChg>
        <pc:cxnChg chg="mod">
          <ac:chgData name="Mohammad Hemmati" userId="5e4c8864-b60e-4c33-9ab5-79becc45a124" providerId="ADAL" clId="{0AA367D0-20A9-4589-BF11-3BD43FA0EB4A}" dt="2026-10-11T01:03:59.982" v="70" actId="14100"/>
          <ac:cxnSpMkLst>
            <pc:docMk/>
            <pc:sldMk cId="2209264404" sldId="256"/>
            <ac:cxnSpMk id="266" creationId="{DFE593C1-E2AB-1F96-7D88-16D5504F605F}"/>
          </ac:cxnSpMkLst>
        </pc:cxnChg>
        <pc:cxnChg chg="mod">
          <ac:chgData name="Mohammad Hemmati" userId="5e4c8864-b60e-4c33-9ab5-79becc45a124" providerId="ADAL" clId="{0AA367D0-20A9-4589-BF11-3BD43FA0EB4A}" dt="2026-10-11T01:04:02.578" v="71" actId="1076"/>
          <ac:cxnSpMkLst>
            <pc:docMk/>
            <pc:sldMk cId="2209264404" sldId="256"/>
            <ac:cxnSpMk id="267" creationId="{9DA4449F-F8E6-8FE9-70AF-BC28467A9F80}"/>
          </ac:cxnSpMkLst>
        </pc:cxnChg>
        <pc:cxnChg chg="del">
          <ac:chgData name="Mohammad Hemmati" userId="5e4c8864-b60e-4c33-9ab5-79becc45a124" providerId="ADAL" clId="{0AA367D0-20A9-4589-BF11-3BD43FA0EB4A}" dt="2026-10-11T01:08:30.792" v="133" actId="478"/>
          <ac:cxnSpMkLst>
            <pc:docMk/>
            <pc:sldMk cId="2209264404" sldId="256"/>
            <ac:cxnSpMk id="294" creationId="{55B113DE-B1F5-786F-09B4-C1AE7748A1C7}"/>
          </ac:cxnSpMkLst>
        </pc:cxnChg>
        <pc:cxnChg chg="del">
          <ac:chgData name="Mohammad Hemmati" userId="5e4c8864-b60e-4c33-9ab5-79becc45a124" providerId="ADAL" clId="{0AA367D0-20A9-4589-BF11-3BD43FA0EB4A}" dt="2026-10-11T01:08:29.271" v="132" actId="478"/>
          <ac:cxnSpMkLst>
            <pc:docMk/>
            <pc:sldMk cId="2209264404" sldId="256"/>
            <ac:cxnSpMk id="295" creationId="{3E1F4EDC-CB96-3E2D-AADF-11EA10FC2072}"/>
          </ac:cxnSpMkLst>
        </pc:cxnChg>
        <pc:cxnChg chg="del">
          <ac:chgData name="Mohammad Hemmati" userId="5e4c8864-b60e-4c33-9ab5-79becc45a124" providerId="ADAL" clId="{0AA367D0-20A9-4589-BF11-3BD43FA0EB4A}" dt="2026-10-11T01:08:27.525" v="131" actId="478"/>
          <ac:cxnSpMkLst>
            <pc:docMk/>
            <pc:sldMk cId="2209264404" sldId="256"/>
            <ac:cxnSpMk id="296" creationId="{A1606CF5-708D-FC25-6B1E-C087F1B90EF6}"/>
          </ac:cxnSpMkLst>
        </pc:cxnChg>
        <pc:cxnChg chg="del">
          <ac:chgData name="Mohammad Hemmati" userId="5e4c8864-b60e-4c33-9ab5-79becc45a124" providerId="ADAL" clId="{0AA367D0-20A9-4589-BF11-3BD43FA0EB4A}" dt="2026-10-11T01:08:25.886" v="130" actId="478"/>
          <ac:cxnSpMkLst>
            <pc:docMk/>
            <pc:sldMk cId="2209264404" sldId="256"/>
            <ac:cxnSpMk id="297" creationId="{8FA43DC0-40B5-A395-319A-63D88AFA0B11}"/>
          </ac:cxnSpMkLst>
        </pc:cxnChg>
        <pc:cxnChg chg="del">
          <ac:chgData name="Mohammad Hemmati" userId="5e4c8864-b60e-4c33-9ab5-79becc45a124" providerId="ADAL" clId="{0AA367D0-20A9-4589-BF11-3BD43FA0EB4A}" dt="2026-10-11T01:08:23.811" v="129" actId="478"/>
          <ac:cxnSpMkLst>
            <pc:docMk/>
            <pc:sldMk cId="2209264404" sldId="256"/>
            <ac:cxnSpMk id="298" creationId="{CADF8E22-0327-44DD-EB8D-50D93A35A85D}"/>
          </ac:cxnSpMkLst>
        </pc:cxnChg>
        <pc:cxnChg chg="mod">
          <ac:chgData name="Mohammad Hemmati" userId="5e4c8864-b60e-4c33-9ab5-79becc45a124" providerId="ADAL" clId="{0AA367D0-20A9-4589-BF11-3BD43FA0EB4A}" dt="2026-10-11T01:10:09.794" v="218" actId="1036"/>
          <ac:cxnSpMkLst>
            <pc:docMk/>
            <pc:sldMk cId="2209264404" sldId="256"/>
            <ac:cxnSpMk id="350" creationId="{EE5EC5A1-C421-7A70-61B2-E652F8F7B72B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D2390-4680-143A-5B1C-63A16C966E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416978-CF62-579A-FA99-9E0F96F11F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C90CF-F306-92A9-9747-AD068B0CF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2F66-D3E1-4313-9FB3-E381C2B116A3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FF5E0-642E-046C-D6B6-43C1AB165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AA236-4434-9F87-9459-0E58106D4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017C7-91D2-4E6E-BF22-67840C85DD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6444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09183-2DD4-D71B-3070-85810D640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6AC61-4650-6830-FB91-8B7ED34DD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BA566-5930-DDA4-77A3-AE6C3238C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2F66-D3E1-4313-9FB3-E381C2B116A3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5C45E-D683-DB67-A5AD-5EEA2464E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601C3-C279-6C74-9084-F5FDA8A26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017C7-91D2-4E6E-BF22-67840C85DD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3330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25050-8A02-C30D-6757-90A3CC4B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CFF043-E80D-5E38-968F-CE71E90BA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82008-4487-BE35-F813-8CBCC33FF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2F66-D3E1-4313-9FB3-E381C2B116A3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44B82-EEB3-0E78-E36C-B7EF0D5DD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5E8D8-17CE-9A5D-823F-A98A8A6B5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017C7-91D2-4E6E-BF22-67840C85DD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5156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F5CC1-AEAB-6C91-60E0-F58F34BB1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04FDC-EFD9-A436-97A6-56CFBC0534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52B820-1F03-4259-E10F-60338E9D17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4A3614-248C-9CCA-2658-886DFBFB3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2F66-D3E1-4313-9FB3-E381C2B116A3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8D785D-CFD0-9762-9D38-F6BDBDBA7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038160-C9B5-D394-2CC6-B3D033EF3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017C7-91D2-4E6E-BF22-67840C85DD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3013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FF46B-3B66-72D7-67A6-6CE0D354D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02E13-8C06-E369-8F66-D2786C5D8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1851C6-7C58-022E-56F9-B207CC48AD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7025F1-7EA7-A3E3-D28E-C26C4FD0C1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912AE3-B811-E1ED-A587-FB519957DA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BE2FF4-D76F-D8DA-5D34-66A4795AE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2F66-D3E1-4313-9FB3-E381C2B116A3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B042EA-CA86-BCE7-AB9C-821F99D1D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CFB0ED-02B2-A72D-7251-E214FCB45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017C7-91D2-4E6E-BF22-67840C85DD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7370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E1DC3-DCEF-7BD7-32DB-14C5A68D8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0DEE83-CBA3-F663-1954-587A3DAB3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2F66-D3E1-4313-9FB3-E381C2B116A3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59D0E0-65B1-6B27-7589-03796F0BA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EF9E69-F574-6951-2176-655F1D181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017C7-91D2-4E6E-BF22-67840C85DD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9781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CDA644-D5C8-7D04-AE26-6678280C1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2F66-D3E1-4313-9FB3-E381C2B116A3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09C2E2-8E52-42C0-F72A-6EF34ECAD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0EE884-2058-9985-EDB1-8C20D0C45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017C7-91D2-4E6E-BF22-67840C85DD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712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81F2D-268B-DD76-CB18-4DE47AE06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6D5C1-95B0-AD2B-A95B-FDC128B23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FCBD2-C41A-F6BF-942E-5794F740E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63F403-770A-5892-EE9E-FD9659537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2F66-D3E1-4313-9FB3-E381C2B116A3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353D79-0901-BC67-9374-2AE94530F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B965A7-70F9-A0EB-5AB0-55074BDF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017C7-91D2-4E6E-BF22-67840C85DD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6367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5965D-B4F3-A94E-0AC5-7BE0B4320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5B9791-A42C-3A57-ACF5-5F48CD4763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F06FFF-33CB-2EA7-051B-027C5114E7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634B9-9D74-F9E7-6CC1-D1D965459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2F66-D3E1-4313-9FB3-E381C2B116A3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3AFB27-F413-6DCD-E1C5-4D03E9B15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F5F942-3E99-898F-5ED9-2E8238A9C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017C7-91D2-4E6E-BF22-67840C85DD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5841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A4C89-2C91-CA4D-4569-3701744D3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23D099-E409-DAFC-9FB1-62333D2789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CDE13-DCFE-B66A-6DEE-9887C1439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2F66-D3E1-4313-9FB3-E381C2B116A3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84BBB-1157-3B93-A0B9-96FF70474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7D1BE-8A63-9370-422C-8EA8FCB28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017C7-91D2-4E6E-BF22-67840C85DD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8996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DACED4-B382-914A-E86E-E6471F6424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BBB4AF-921A-056E-3EB7-3B4E1AE618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47225-0BFD-3D81-F981-87A792FF5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F2F66-D3E1-4313-9FB3-E381C2B116A3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8BCA4-687B-2CF5-A951-CE60F1322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8D336-4D40-FB82-25CC-AC36E8762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017C7-91D2-4E6E-BF22-67840C85DD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7417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356194-44AB-9A09-40EB-C0DDE68D1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6C671D-5968-4A5F-88AB-0077E92DE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8751D-789D-E2FC-7638-3104517942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9F2F66-D3E1-4313-9FB3-E381C2B116A3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617BE-7D00-8692-35B7-457815B92C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CBA68-2E79-C82C-7573-49F93A60D7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8017C7-91D2-4E6E-BF22-67840C85DD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1990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A8584FB8-2975-F3C9-F23F-128D3E00D1DE}"/>
              </a:ext>
            </a:extLst>
          </p:cNvPr>
          <p:cNvGrpSpPr/>
          <p:nvPr/>
        </p:nvGrpSpPr>
        <p:grpSpPr>
          <a:xfrm>
            <a:off x="-2212616" y="-563415"/>
            <a:ext cx="14984798" cy="7732446"/>
            <a:chOff x="-2212616" y="-563415"/>
            <a:chExt cx="14984798" cy="7732446"/>
          </a:xfrm>
        </p:grpSpPr>
        <p:grpSp>
          <p:nvGrpSpPr>
            <p:cNvPr id="359" name="Group 358">
              <a:extLst>
                <a:ext uri="{FF2B5EF4-FFF2-40B4-BE49-F238E27FC236}">
                  <a16:creationId xmlns:a16="http://schemas.microsoft.com/office/drawing/2014/main" id="{8C0E1717-2C94-577B-8DB4-4B1555B647A9}"/>
                </a:ext>
              </a:extLst>
            </p:cNvPr>
            <p:cNvGrpSpPr/>
            <p:nvPr/>
          </p:nvGrpSpPr>
          <p:grpSpPr>
            <a:xfrm>
              <a:off x="-2212616" y="-563415"/>
              <a:ext cx="14984798" cy="7732446"/>
              <a:chOff x="-2212616" y="-563415"/>
              <a:chExt cx="14984798" cy="7732446"/>
            </a:xfrm>
          </p:grpSpPr>
          <p:grpSp>
            <p:nvGrpSpPr>
              <p:cNvPr id="355" name="Group 354">
                <a:extLst>
                  <a:ext uri="{FF2B5EF4-FFF2-40B4-BE49-F238E27FC236}">
                    <a16:creationId xmlns:a16="http://schemas.microsoft.com/office/drawing/2014/main" id="{EDF75551-D2EE-A09F-8846-8F29C387E4A5}"/>
                  </a:ext>
                </a:extLst>
              </p:cNvPr>
              <p:cNvGrpSpPr/>
              <p:nvPr/>
            </p:nvGrpSpPr>
            <p:grpSpPr>
              <a:xfrm>
                <a:off x="-2212616" y="-563415"/>
                <a:ext cx="14984798" cy="7732446"/>
                <a:chOff x="-2212616" y="-563415"/>
                <a:chExt cx="14984798" cy="7732446"/>
              </a:xfrm>
            </p:grpSpPr>
            <p:pic>
              <p:nvPicPr>
                <p:cNvPr id="140" name="Picture 139">
                  <a:extLst>
                    <a:ext uri="{FF2B5EF4-FFF2-40B4-BE49-F238E27FC236}">
                      <a16:creationId xmlns:a16="http://schemas.microsoft.com/office/drawing/2014/main" id="{946A8F1B-404C-CDDE-B635-B249D17D2F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15614" y="-563415"/>
                  <a:ext cx="8129326" cy="7628668"/>
                </a:xfrm>
                <a:prstGeom prst="rect">
                  <a:avLst/>
                </a:prstGeom>
              </p:spPr>
            </p:pic>
            <p:grpSp>
              <p:nvGrpSpPr>
                <p:cNvPr id="141" name="Group 140">
                  <a:extLst>
                    <a:ext uri="{FF2B5EF4-FFF2-40B4-BE49-F238E27FC236}">
                      <a16:creationId xmlns:a16="http://schemas.microsoft.com/office/drawing/2014/main" id="{C330FD19-A8B5-1158-5D4D-E36044EFAA6A}"/>
                    </a:ext>
                  </a:extLst>
                </p:cNvPr>
                <p:cNvGrpSpPr/>
                <p:nvPr/>
              </p:nvGrpSpPr>
              <p:grpSpPr>
                <a:xfrm rot="10800000">
                  <a:off x="7776797" y="2542456"/>
                  <a:ext cx="707843" cy="1072147"/>
                  <a:chOff x="2893371" y="2513513"/>
                  <a:chExt cx="680221" cy="1047411"/>
                </a:xfrm>
              </p:grpSpPr>
              <p:cxnSp>
                <p:nvCxnSpPr>
                  <p:cNvPr id="266" name="Straight Connector 265">
                    <a:extLst>
                      <a:ext uri="{FF2B5EF4-FFF2-40B4-BE49-F238E27FC236}">
                        <a16:creationId xmlns:a16="http://schemas.microsoft.com/office/drawing/2014/main" id="{DFE593C1-E2AB-1F96-7D88-16D5504F605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H="1" flipV="1">
                    <a:off x="2893371" y="2513513"/>
                    <a:ext cx="680221" cy="1047411"/>
                  </a:xfrm>
                  <a:prstGeom prst="line">
                    <a:avLst/>
                  </a:prstGeom>
                  <a:ln w="107950">
                    <a:solidFill>
                      <a:srgbClr val="FF0000">
                        <a:alpha val="55000"/>
                      </a:srgb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7" name="Straight Arrow Connector 266">
                    <a:extLst>
                      <a:ext uri="{FF2B5EF4-FFF2-40B4-BE49-F238E27FC236}">
                        <a16:creationId xmlns:a16="http://schemas.microsoft.com/office/drawing/2014/main" id="{9DA4449F-F8E6-8FE9-70AF-BC28467A9F8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3148583" y="2907416"/>
                    <a:ext cx="127039" cy="188294"/>
                  </a:xfrm>
                  <a:prstGeom prst="straightConnector1">
                    <a:avLst/>
                  </a:prstGeom>
                  <a:ln w="73025">
                    <a:solidFill>
                      <a:srgbClr val="FF0000">
                        <a:alpha val="55000"/>
                      </a:srgbClr>
                    </a:solidFill>
                    <a:tailEnd type="stealth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43" name="Group 142">
                  <a:extLst>
                    <a:ext uri="{FF2B5EF4-FFF2-40B4-BE49-F238E27FC236}">
                      <a16:creationId xmlns:a16="http://schemas.microsoft.com/office/drawing/2014/main" id="{D7A52B74-37F6-72B0-7E75-66A0199EDCC8}"/>
                    </a:ext>
                  </a:extLst>
                </p:cNvPr>
                <p:cNvGrpSpPr/>
                <p:nvPr/>
              </p:nvGrpSpPr>
              <p:grpSpPr>
                <a:xfrm rot="8529111">
                  <a:off x="8290713" y="4001426"/>
                  <a:ext cx="396752" cy="382537"/>
                  <a:chOff x="2880699" y="2547871"/>
                  <a:chExt cx="705161" cy="1030255"/>
                </a:xfrm>
              </p:grpSpPr>
              <p:cxnSp>
                <p:nvCxnSpPr>
                  <p:cNvPr id="262" name="Straight Connector 261">
                    <a:extLst>
                      <a:ext uri="{FF2B5EF4-FFF2-40B4-BE49-F238E27FC236}">
                        <a16:creationId xmlns:a16="http://schemas.microsoft.com/office/drawing/2014/main" id="{DB8B240C-B483-BFDC-7D80-24DF03DBA38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80699" y="2547871"/>
                    <a:ext cx="705161" cy="1030255"/>
                  </a:xfrm>
                  <a:prstGeom prst="line">
                    <a:avLst/>
                  </a:prstGeom>
                  <a:ln w="88900">
                    <a:solidFill>
                      <a:srgbClr val="FF0000">
                        <a:alpha val="51000"/>
                      </a:srgb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3" name="Straight Arrow Connector 262">
                    <a:extLst>
                      <a:ext uri="{FF2B5EF4-FFF2-40B4-BE49-F238E27FC236}">
                        <a16:creationId xmlns:a16="http://schemas.microsoft.com/office/drawing/2014/main" id="{EFDF4ECD-59EC-3392-E293-9EB5F2C998A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96374" y="3015662"/>
                    <a:ext cx="168990" cy="222974"/>
                  </a:xfrm>
                  <a:prstGeom prst="straightConnector1">
                    <a:avLst/>
                  </a:prstGeom>
                  <a:ln w="47625">
                    <a:solidFill>
                      <a:srgbClr val="FF0000">
                        <a:alpha val="51000"/>
                      </a:srgbClr>
                    </a:solidFill>
                    <a:tailEnd type="stealth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44" name="Group 143">
                  <a:extLst>
                    <a:ext uri="{FF2B5EF4-FFF2-40B4-BE49-F238E27FC236}">
                      <a16:creationId xmlns:a16="http://schemas.microsoft.com/office/drawing/2014/main" id="{C119692C-DA19-14B3-499E-8208EDB504A4}"/>
                    </a:ext>
                  </a:extLst>
                </p:cNvPr>
                <p:cNvGrpSpPr/>
                <p:nvPr/>
              </p:nvGrpSpPr>
              <p:grpSpPr>
                <a:xfrm rot="11479848">
                  <a:off x="8695253" y="4239526"/>
                  <a:ext cx="294689" cy="593548"/>
                  <a:chOff x="2880699" y="2547871"/>
                  <a:chExt cx="705161" cy="1030255"/>
                </a:xfrm>
              </p:grpSpPr>
              <p:cxnSp>
                <p:nvCxnSpPr>
                  <p:cNvPr id="260" name="Straight Connector 259">
                    <a:extLst>
                      <a:ext uri="{FF2B5EF4-FFF2-40B4-BE49-F238E27FC236}">
                        <a16:creationId xmlns:a16="http://schemas.microsoft.com/office/drawing/2014/main" id="{EB83D9F1-C080-0E48-095C-E921C2B5CCA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80699" y="2547871"/>
                    <a:ext cx="705161" cy="1030255"/>
                  </a:xfrm>
                  <a:prstGeom prst="line">
                    <a:avLst/>
                  </a:prstGeom>
                  <a:ln w="6350">
                    <a:solidFill>
                      <a:srgbClr val="FF0000">
                        <a:alpha val="59000"/>
                      </a:srgb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1" name="Straight Arrow Connector 260">
                    <a:extLst>
                      <a:ext uri="{FF2B5EF4-FFF2-40B4-BE49-F238E27FC236}">
                        <a16:creationId xmlns:a16="http://schemas.microsoft.com/office/drawing/2014/main" id="{B9B11372-F995-F158-BC74-EC593444C45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H="1" flipV="1">
                    <a:off x="3160537" y="2974042"/>
                    <a:ext cx="155870" cy="207792"/>
                  </a:xfrm>
                  <a:prstGeom prst="straightConnector1">
                    <a:avLst/>
                  </a:prstGeom>
                  <a:ln w="6350">
                    <a:solidFill>
                      <a:srgbClr val="FF0000">
                        <a:alpha val="59000"/>
                      </a:srgbClr>
                    </a:solidFill>
                    <a:tailEnd type="stealth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45" name="Group 144">
                  <a:extLst>
                    <a:ext uri="{FF2B5EF4-FFF2-40B4-BE49-F238E27FC236}">
                      <a16:creationId xmlns:a16="http://schemas.microsoft.com/office/drawing/2014/main" id="{5BBC2376-E6E3-EB6E-1E5E-F9DCE5293649}"/>
                    </a:ext>
                  </a:extLst>
                </p:cNvPr>
                <p:cNvGrpSpPr/>
                <p:nvPr/>
              </p:nvGrpSpPr>
              <p:grpSpPr>
                <a:xfrm rot="15234968">
                  <a:off x="8029482" y="4913029"/>
                  <a:ext cx="152634" cy="667371"/>
                  <a:chOff x="2880699" y="2547871"/>
                  <a:chExt cx="705161" cy="1030255"/>
                </a:xfrm>
              </p:grpSpPr>
              <p:cxnSp>
                <p:nvCxnSpPr>
                  <p:cNvPr id="258" name="Straight Connector 257">
                    <a:extLst>
                      <a:ext uri="{FF2B5EF4-FFF2-40B4-BE49-F238E27FC236}">
                        <a16:creationId xmlns:a16="http://schemas.microsoft.com/office/drawing/2014/main" id="{1E93AFFD-75FF-15AC-8635-A2075D33C79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80699" y="2547871"/>
                    <a:ext cx="705161" cy="1030255"/>
                  </a:xfrm>
                  <a:prstGeom prst="line">
                    <a:avLst/>
                  </a:prstGeom>
                  <a:ln w="47625">
                    <a:solidFill>
                      <a:srgbClr val="FF0000">
                        <a:alpha val="57000"/>
                      </a:srgb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9" name="Straight Arrow Connector 258">
                    <a:extLst>
                      <a:ext uri="{FF2B5EF4-FFF2-40B4-BE49-F238E27FC236}">
                        <a16:creationId xmlns:a16="http://schemas.microsoft.com/office/drawing/2014/main" id="{863C21DD-9BF3-D0CD-B8BD-331C861F2D2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H="1" flipV="1">
                    <a:off x="3160537" y="2974042"/>
                    <a:ext cx="155870" cy="207792"/>
                  </a:xfrm>
                  <a:prstGeom prst="straightConnector1">
                    <a:avLst/>
                  </a:prstGeom>
                  <a:ln w="47625">
                    <a:solidFill>
                      <a:srgbClr val="FF0000">
                        <a:alpha val="57000"/>
                      </a:srgbClr>
                    </a:solidFill>
                    <a:tailEnd type="stealth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46" name="Straight Connector 145">
                  <a:extLst>
                    <a:ext uri="{FF2B5EF4-FFF2-40B4-BE49-F238E27FC236}">
                      <a16:creationId xmlns:a16="http://schemas.microsoft.com/office/drawing/2014/main" id="{A04D80FD-D509-11F5-B0BF-8E56C2F5D7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40051" y="5217449"/>
                  <a:ext cx="585346" cy="536221"/>
                </a:xfrm>
                <a:prstGeom prst="line">
                  <a:avLst/>
                </a:prstGeom>
                <a:ln w="155575">
                  <a:solidFill>
                    <a:srgbClr val="FF0000">
                      <a:alpha val="67000"/>
                    </a:srgb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Straight Arrow Connector 146">
                  <a:extLst>
                    <a:ext uri="{FF2B5EF4-FFF2-40B4-BE49-F238E27FC236}">
                      <a16:creationId xmlns:a16="http://schemas.microsoft.com/office/drawing/2014/main" id="{3DCBD165-55A5-50F7-F932-74BE33E1FF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120918" flipH="1" flipV="1">
                  <a:off x="9093323" y="5434725"/>
                  <a:ext cx="10106" cy="162043"/>
                </a:xfrm>
                <a:prstGeom prst="straightConnector1">
                  <a:avLst/>
                </a:prstGeom>
                <a:ln w="69850">
                  <a:solidFill>
                    <a:srgbClr val="FF0000">
                      <a:alpha val="61000"/>
                    </a:srgbClr>
                  </a:solidFill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48" name="Group 147">
                  <a:extLst>
                    <a:ext uri="{FF2B5EF4-FFF2-40B4-BE49-F238E27FC236}">
                      <a16:creationId xmlns:a16="http://schemas.microsoft.com/office/drawing/2014/main" id="{24711F56-73F6-EA58-E77F-94A1CF574B7C}"/>
                    </a:ext>
                  </a:extLst>
                </p:cNvPr>
                <p:cNvGrpSpPr/>
                <p:nvPr/>
              </p:nvGrpSpPr>
              <p:grpSpPr>
                <a:xfrm rot="16200000">
                  <a:off x="8346020" y="5470183"/>
                  <a:ext cx="217681" cy="784668"/>
                  <a:chOff x="2880699" y="2547871"/>
                  <a:chExt cx="705161" cy="1030255"/>
                </a:xfrm>
              </p:grpSpPr>
              <p:cxnSp>
                <p:nvCxnSpPr>
                  <p:cNvPr id="256" name="Straight Connector 255">
                    <a:extLst>
                      <a:ext uri="{FF2B5EF4-FFF2-40B4-BE49-F238E27FC236}">
                        <a16:creationId xmlns:a16="http://schemas.microsoft.com/office/drawing/2014/main" id="{7D58F241-28F3-44BB-11A1-2CA48161EB8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80699" y="2547871"/>
                    <a:ext cx="705161" cy="1030255"/>
                  </a:xfrm>
                  <a:prstGeom prst="line">
                    <a:avLst/>
                  </a:prstGeom>
                  <a:ln w="53975">
                    <a:solidFill>
                      <a:srgbClr val="FF0000">
                        <a:alpha val="59000"/>
                      </a:srgb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7" name="Straight Arrow Connector 256">
                    <a:extLst>
                      <a:ext uri="{FF2B5EF4-FFF2-40B4-BE49-F238E27FC236}">
                        <a16:creationId xmlns:a16="http://schemas.microsoft.com/office/drawing/2014/main" id="{400B1242-6FB0-99E1-179C-2D4221369F0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H="1" flipV="1">
                    <a:off x="3160537" y="2974042"/>
                    <a:ext cx="155870" cy="207792"/>
                  </a:xfrm>
                  <a:prstGeom prst="straightConnector1">
                    <a:avLst/>
                  </a:prstGeom>
                  <a:ln w="53975">
                    <a:solidFill>
                      <a:srgbClr val="FF0000">
                        <a:alpha val="59000"/>
                      </a:srgbClr>
                    </a:solidFill>
                    <a:tailEnd type="stealth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49" name="Group 148">
                  <a:extLst>
                    <a:ext uri="{FF2B5EF4-FFF2-40B4-BE49-F238E27FC236}">
                      <a16:creationId xmlns:a16="http://schemas.microsoft.com/office/drawing/2014/main" id="{455973E5-D58E-427A-0129-519D528705E0}"/>
                    </a:ext>
                  </a:extLst>
                </p:cNvPr>
                <p:cNvGrpSpPr/>
                <p:nvPr/>
              </p:nvGrpSpPr>
              <p:grpSpPr>
                <a:xfrm>
                  <a:off x="10704942" y="789683"/>
                  <a:ext cx="2067238" cy="1467715"/>
                  <a:chOff x="5380452" y="1498458"/>
                  <a:chExt cx="2067238" cy="1467715"/>
                </a:xfrm>
              </p:grpSpPr>
              <p:cxnSp>
                <p:nvCxnSpPr>
                  <p:cNvPr id="246" name="Straight Connector 245">
                    <a:extLst>
                      <a:ext uri="{FF2B5EF4-FFF2-40B4-BE49-F238E27FC236}">
                        <a16:creationId xmlns:a16="http://schemas.microsoft.com/office/drawing/2014/main" id="{1CB41192-1D7D-25A2-10A3-158610E3C6A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80453" y="1652785"/>
                    <a:ext cx="612805" cy="0"/>
                  </a:xfrm>
                  <a:prstGeom prst="line">
                    <a:avLst/>
                  </a:prstGeom>
                  <a:ln w="155575">
                    <a:solidFill>
                      <a:srgbClr val="FF0000">
                        <a:alpha val="67000"/>
                      </a:srgb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7" name="Straight Connector 246">
                    <a:extLst>
                      <a:ext uri="{FF2B5EF4-FFF2-40B4-BE49-F238E27FC236}">
                        <a16:creationId xmlns:a16="http://schemas.microsoft.com/office/drawing/2014/main" id="{97E19A31-949D-0689-F50E-F6939CB40FB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80453" y="2054913"/>
                    <a:ext cx="612805" cy="0"/>
                  </a:xfrm>
                  <a:prstGeom prst="line">
                    <a:avLst/>
                  </a:prstGeom>
                  <a:ln w="107950">
                    <a:solidFill>
                      <a:srgbClr val="FF0000">
                        <a:alpha val="67000"/>
                      </a:srgb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8" name="Straight Connector 247">
                    <a:extLst>
                      <a:ext uri="{FF2B5EF4-FFF2-40B4-BE49-F238E27FC236}">
                        <a16:creationId xmlns:a16="http://schemas.microsoft.com/office/drawing/2014/main" id="{A4C74756-2B33-090A-12F3-0A4532AF54E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80452" y="2464664"/>
                    <a:ext cx="612805" cy="0"/>
                  </a:xfrm>
                  <a:prstGeom prst="line">
                    <a:avLst/>
                  </a:prstGeom>
                  <a:ln w="50800">
                    <a:solidFill>
                      <a:srgbClr val="FF0000">
                        <a:alpha val="67000"/>
                      </a:srgb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0" name="Straight Connector 249">
                    <a:extLst>
                      <a:ext uri="{FF2B5EF4-FFF2-40B4-BE49-F238E27FC236}">
                        <a16:creationId xmlns:a16="http://schemas.microsoft.com/office/drawing/2014/main" id="{085C529E-5F73-99C0-BD39-E37D210357E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80452" y="2813286"/>
                    <a:ext cx="612805" cy="0"/>
                  </a:xfrm>
                  <a:prstGeom prst="line">
                    <a:avLst/>
                  </a:prstGeom>
                  <a:ln w="9525">
                    <a:solidFill>
                      <a:srgbClr val="FF0000">
                        <a:alpha val="67000"/>
                      </a:srgb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51" name="TextBox 250">
                    <a:extLst>
                      <a:ext uri="{FF2B5EF4-FFF2-40B4-BE49-F238E27FC236}">
                        <a16:creationId xmlns:a16="http://schemas.microsoft.com/office/drawing/2014/main" id="{8513DEBE-4ABF-E10D-8EC5-CBC01F420728}"/>
                      </a:ext>
                    </a:extLst>
                  </p:cNvPr>
                  <p:cNvSpPr txBox="1"/>
                  <p:nvPr/>
                </p:nvSpPr>
                <p:spPr>
                  <a:xfrm>
                    <a:off x="5988440" y="1498458"/>
                    <a:ext cx="1454435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Palatino Linotype" panose="02040502050505030304" pitchFamily="18" charset="0"/>
                      </a:rPr>
                      <a:t>5- 10</a:t>
                    </a:r>
                  </a:p>
                </p:txBody>
              </p:sp>
              <p:sp>
                <p:nvSpPr>
                  <p:cNvPr id="252" name="TextBox 251">
                    <a:extLst>
                      <a:ext uri="{FF2B5EF4-FFF2-40B4-BE49-F238E27FC236}">
                        <a16:creationId xmlns:a16="http://schemas.microsoft.com/office/drawing/2014/main" id="{400BCF46-8BA5-8FB2-A892-73C988AEF6B4}"/>
                      </a:ext>
                    </a:extLst>
                  </p:cNvPr>
                  <p:cNvSpPr txBox="1"/>
                  <p:nvPr/>
                </p:nvSpPr>
                <p:spPr>
                  <a:xfrm>
                    <a:off x="5973691" y="1920921"/>
                    <a:ext cx="1454435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Palatino Linotype" panose="02040502050505030304" pitchFamily="18" charset="0"/>
                      </a:rPr>
                      <a:t>2- 5</a:t>
                    </a:r>
                  </a:p>
                </p:txBody>
              </p:sp>
              <p:sp>
                <p:nvSpPr>
                  <p:cNvPr id="254" name="TextBox 253">
                    <a:extLst>
                      <a:ext uri="{FF2B5EF4-FFF2-40B4-BE49-F238E27FC236}">
                        <a16:creationId xmlns:a16="http://schemas.microsoft.com/office/drawing/2014/main" id="{3D3720E8-BED1-ED5C-08CD-9B280726CA66}"/>
                      </a:ext>
                    </a:extLst>
                  </p:cNvPr>
                  <p:cNvSpPr txBox="1"/>
                  <p:nvPr/>
                </p:nvSpPr>
                <p:spPr>
                  <a:xfrm>
                    <a:off x="5975831" y="2349738"/>
                    <a:ext cx="1454435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Palatino Linotype" panose="02040502050505030304" pitchFamily="18" charset="0"/>
                      </a:rPr>
                      <a:t>1-2</a:t>
                    </a:r>
                  </a:p>
                </p:txBody>
              </p:sp>
              <p:sp>
                <p:nvSpPr>
                  <p:cNvPr id="255" name="TextBox 254">
                    <a:extLst>
                      <a:ext uri="{FF2B5EF4-FFF2-40B4-BE49-F238E27FC236}">
                        <a16:creationId xmlns:a16="http://schemas.microsoft.com/office/drawing/2014/main" id="{51A7EAFB-DC8F-DB8C-522E-E2DEA915D4D9}"/>
                      </a:ext>
                    </a:extLst>
                  </p:cNvPr>
                  <p:cNvSpPr txBox="1"/>
                  <p:nvPr/>
                </p:nvSpPr>
                <p:spPr>
                  <a:xfrm>
                    <a:off x="5993255" y="2658396"/>
                    <a:ext cx="1454435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Palatino Linotype" panose="02040502050505030304" pitchFamily="18" charset="0"/>
                      </a:rPr>
                      <a:t>&lt; 1</a:t>
                    </a:r>
                  </a:p>
                </p:txBody>
              </p:sp>
            </p:grpSp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421249A1-243E-BC95-06B9-1A3CA086133C}"/>
                    </a:ext>
                  </a:extLst>
                </p:cNvPr>
                <p:cNvSpPr txBox="1"/>
                <p:nvPr/>
              </p:nvSpPr>
              <p:spPr>
                <a:xfrm>
                  <a:off x="9397126" y="89803"/>
                  <a:ext cx="322843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b="1" dirty="0">
                      <a:latin typeface="Palatino Linotype" panose="02040502050505030304" pitchFamily="18" charset="0"/>
                    </a:rPr>
                    <a:t>CO</a:t>
                  </a:r>
                  <a:r>
                    <a:rPr lang="en-GB" sz="1050" b="1" dirty="0">
                      <a:latin typeface="Palatino Linotype" panose="02040502050505030304" pitchFamily="18" charset="0"/>
                    </a:rPr>
                    <a:t>2</a:t>
                  </a:r>
                  <a:r>
                    <a:rPr lang="en-GB" sz="1400" b="1" dirty="0">
                      <a:latin typeface="Palatino Linotype" panose="02040502050505030304" pitchFamily="18" charset="0"/>
                    </a:rPr>
                    <a:t> Exchange (</a:t>
                  </a:r>
                  <a:r>
                    <a:rPr lang="en-GB" sz="1400" b="1" dirty="0" err="1">
                      <a:latin typeface="Palatino Linotype" panose="02040502050505030304" pitchFamily="18" charset="0"/>
                    </a:rPr>
                    <a:t>Mton</a:t>
                  </a:r>
                  <a:r>
                    <a:rPr lang="en-GB" sz="1400" b="1" dirty="0">
                      <a:latin typeface="Palatino Linotype" panose="02040502050505030304" pitchFamily="18" charset="0"/>
                    </a:rPr>
                    <a:t>/ year)</a:t>
                  </a:r>
                </a:p>
              </p:txBody>
            </p:sp>
            <p:sp>
              <p:nvSpPr>
                <p:cNvPr id="151" name="Freeform: Shape 150">
                  <a:extLst>
                    <a:ext uri="{FF2B5EF4-FFF2-40B4-BE49-F238E27FC236}">
                      <a16:creationId xmlns:a16="http://schemas.microsoft.com/office/drawing/2014/main" id="{FCB09C06-B6BD-AD3B-1C72-896B46120D54}"/>
                    </a:ext>
                  </a:extLst>
                </p:cNvPr>
                <p:cNvSpPr/>
                <p:nvPr/>
              </p:nvSpPr>
              <p:spPr>
                <a:xfrm>
                  <a:off x="6155135" y="3340409"/>
                  <a:ext cx="1201648" cy="891513"/>
                </a:xfrm>
                <a:custGeom>
                  <a:avLst/>
                  <a:gdLst>
                    <a:gd name="csX0" fmla="*/ 1880 w 1008748"/>
                    <a:gd name="csY0" fmla="*/ 452063 h 770562"/>
                    <a:gd name="csX1" fmla="*/ 12155 w 1008748"/>
                    <a:gd name="csY1" fmla="*/ 400692 h 770562"/>
                    <a:gd name="csX2" fmla="*/ 73799 w 1008748"/>
                    <a:gd name="csY2" fmla="*/ 339047 h 770562"/>
                    <a:gd name="csX3" fmla="*/ 145719 w 1008748"/>
                    <a:gd name="csY3" fmla="*/ 256854 h 770562"/>
                    <a:gd name="csX4" fmla="*/ 207364 w 1008748"/>
                    <a:gd name="csY4" fmla="*/ 215757 h 770562"/>
                    <a:gd name="csX5" fmla="*/ 258734 w 1008748"/>
                    <a:gd name="csY5" fmla="*/ 164386 h 770562"/>
                    <a:gd name="csX6" fmla="*/ 340928 w 1008748"/>
                    <a:gd name="csY6" fmla="*/ 123290 h 770562"/>
                    <a:gd name="csX7" fmla="*/ 423121 w 1008748"/>
                    <a:gd name="csY7" fmla="*/ 61645 h 770562"/>
                    <a:gd name="csX8" fmla="*/ 464217 w 1008748"/>
                    <a:gd name="csY8" fmla="*/ 41096 h 770562"/>
                    <a:gd name="csX9" fmla="*/ 546411 w 1008748"/>
                    <a:gd name="csY9" fmla="*/ 30822 h 770562"/>
                    <a:gd name="csX10" fmla="*/ 577233 w 1008748"/>
                    <a:gd name="csY10" fmla="*/ 20548 h 770562"/>
                    <a:gd name="csX11" fmla="*/ 649152 w 1008748"/>
                    <a:gd name="csY11" fmla="*/ 10274 h 770562"/>
                    <a:gd name="csX12" fmla="*/ 710797 w 1008748"/>
                    <a:gd name="csY12" fmla="*/ 0 h 770562"/>
                    <a:gd name="csX13" fmla="*/ 772442 w 1008748"/>
                    <a:gd name="csY13" fmla="*/ 10274 h 770562"/>
                    <a:gd name="csX14" fmla="*/ 854635 w 1008748"/>
                    <a:gd name="csY14" fmla="*/ 133564 h 770562"/>
                    <a:gd name="csX15" fmla="*/ 885458 w 1008748"/>
                    <a:gd name="csY15" fmla="*/ 205483 h 770562"/>
                    <a:gd name="csX16" fmla="*/ 895732 w 1008748"/>
                    <a:gd name="csY16" fmla="*/ 256854 h 770562"/>
                    <a:gd name="csX17" fmla="*/ 916280 w 1008748"/>
                    <a:gd name="csY17" fmla="*/ 318499 h 770562"/>
                    <a:gd name="csX18" fmla="*/ 926555 w 1008748"/>
                    <a:gd name="csY18" fmla="*/ 369870 h 770562"/>
                    <a:gd name="csX19" fmla="*/ 967651 w 1008748"/>
                    <a:gd name="csY19" fmla="*/ 452063 h 770562"/>
                    <a:gd name="csX20" fmla="*/ 1008748 w 1008748"/>
                    <a:gd name="csY20" fmla="*/ 534256 h 770562"/>
                    <a:gd name="csX21" fmla="*/ 998474 w 1008748"/>
                    <a:gd name="csY21" fmla="*/ 616449 h 770562"/>
                    <a:gd name="csX22" fmla="*/ 947103 w 1008748"/>
                    <a:gd name="csY22" fmla="*/ 667820 h 770562"/>
                    <a:gd name="csX23" fmla="*/ 844361 w 1008748"/>
                    <a:gd name="csY23" fmla="*/ 729465 h 770562"/>
                    <a:gd name="csX24" fmla="*/ 792990 w 1008748"/>
                    <a:gd name="csY24" fmla="*/ 739739 h 770562"/>
                    <a:gd name="csX25" fmla="*/ 556685 w 1008748"/>
                    <a:gd name="csY25" fmla="*/ 770562 h 770562"/>
                    <a:gd name="csX26" fmla="*/ 310105 w 1008748"/>
                    <a:gd name="csY26" fmla="*/ 760287 h 770562"/>
                    <a:gd name="csX27" fmla="*/ 248460 w 1008748"/>
                    <a:gd name="csY27" fmla="*/ 739739 h 770562"/>
                    <a:gd name="csX28" fmla="*/ 186815 w 1008748"/>
                    <a:gd name="csY28" fmla="*/ 698643 h 770562"/>
                    <a:gd name="csX29" fmla="*/ 155993 w 1008748"/>
                    <a:gd name="csY29" fmla="*/ 647272 h 770562"/>
                    <a:gd name="csX30" fmla="*/ 135444 w 1008748"/>
                    <a:gd name="csY30" fmla="*/ 616449 h 770562"/>
                    <a:gd name="csX31" fmla="*/ 114896 w 1008748"/>
                    <a:gd name="csY31" fmla="*/ 575353 h 770562"/>
                    <a:gd name="csX32" fmla="*/ 94348 w 1008748"/>
                    <a:gd name="csY32" fmla="*/ 544530 h 770562"/>
                    <a:gd name="csX33" fmla="*/ 84074 w 1008748"/>
                    <a:gd name="csY33" fmla="*/ 513708 h 770562"/>
                    <a:gd name="csX34" fmla="*/ 63525 w 1008748"/>
                    <a:gd name="csY34" fmla="*/ 493159 h 770562"/>
                    <a:gd name="csX35" fmla="*/ 42977 w 1008748"/>
                    <a:gd name="csY35" fmla="*/ 462337 h 770562"/>
                    <a:gd name="csX36" fmla="*/ 1880 w 1008748"/>
                    <a:gd name="csY36" fmla="*/ 452063 h 77056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</a:cxnLst>
                  <a:rect l="l" t="t" r="r" b="b"/>
                  <a:pathLst>
                    <a:path w="1008748" h="770562">
                      <a:moveTo>
                        <a:pt x="1880" y="452063"/>
                      </a:moveTo>
                      <a:cubicBezTo>
                        <a:pt x="-3257" y="441789"/>
                        <a:pt x="2780" y="415425"/>
                        <a:pt x="12155" y="400692"/>
                      </a:cubicBezTo>
                      <a:cubicBezTo>
                        <a:pt x="27756" y="376176"/>
                        <a:pt x="57679" y="363226"/>
                        <a:pt x="73799" y="339047"/>
                      </a:cubicBezTo>
                      <a:cubicBezTo>
                        <a:pt x="107782" y="288075"/>
                        <a:pt x="85615" y="316959"/>
                        <a:pt x="145719" y="256854"/>
                      </a:cubicBezTo>
                      <a:cubicBezTo>
                        <a:pt x="184200" y="218372"/>
                        <a:pt x="162756" y="230626"/>
                        <a:pt x="207364" y="215757"/>
                      </a:cubicBezTo>
                      <a:cubicBezTo>
                        <a:pt x="229542" y="182491"/>
                        <a:pt x="222858" y="183955"/>
                        <a:pt x="258734" y="164386"/>
                      </a:cubicBezTo>
                      <a:cubicBezTo>
                        <a:pt x="285625" y="149718"/>
                        <a:pt x="340928" y="123290"/>
                        <a:pt x="340928" y="123290"/>
                      </a:cubicBezTo>
                      <a:cubicBezTo>
                        <a:pt x="420008" y="44209"/>
                        <a:pt x="360357" y="88545"/>
                        <a:pt x="423121" y="61645"/>
                      </a:cubicBezTo>
                      <a:cubicBezTo>
                        <a:pt x="437198" y="55612"/>
                        <a:pt x="449359" y="44811"/>
                        <a:pt x="464217" y="41096"/>
                      </a:cubicBezTo>
                      <a:cubicBezTo>
                        <a:pt x="491004" y="34399"/>
                        <a:pt x="519013" y="34247"/>
                        <a:pt x="546411" y="30822"/>
                      </a:cubicBezTo>
                      <a:cubicBezTo>
                        <a:pt x="556685" y="27397"/>
                        <a:pt x="566614" y="22672"/>
                        <a:pt x="577233" y="20548"/>
                      </a:cubicBezTo>
                      <a:cubicBezTo>
                        <a:pt x="600979" y="15799"/>
                        <a:pt x="625217" y="13956"/>
                        <a:pt x="649152" y="10274"/>
                      </a:cubicBezTo>
                      <a:cubicBezTo>
                        <a:pt x="669742" y="7106"/>
                        <a:pt x="690249" y="3425"/>
                        <a:pt x="710797" y="0"/>
                      </a:cubicBezTo>
                      <a:cubicBezTo>
                        <a:pt x="731345" y="3425"/>
                        <a:pt x="753810" y="958"/>
                        <a:pt x="772442" y="10274"/>
                      </a:cubicBezTo>
                      <a:cubicBezTo>
                        <a:pt x="814280" y="31193"/>
                        <a:pt x="837949" y="100193"/>
                        <a:pt x="854635" y="133564"/>
                      </a:cubicBezTo>
                      <a:cubicBezTo>
                        <a:pt x="869338" y="162970"/>
                        <a:pt x="877899" y="175247"/>
                        <a:pt x="885458" y="205483"/>
                      </a:cubicBezTo>
                      <a:cubicBezTo>
                        <a:pt x="889693" y="222424"/>
                        <a:pt x="891137" y="240007"/>
                        <a:pt x="895732" y="256854"/>
                      </a:cubicBezTo>
                      <a:cubicBezTo>
                        <a:pt x="901431" y="277751"/>
                        <a:pt x="910581" y="297602"/>
                        <a:pt x="916280" y="318499"/>
                      </a:cubicBezTo>
                      <a:cubicBezTo>
                        <a:pt x="920875" y="335346"/>
                        <a:pt x="921537" y="353144"/>
                        <a:pt x="926555" y="369870"/>
                      </a:cubicBezTo>
                      <a:cubicBezTo>
                        <a:pt x="947940" y="441153"/>
                        <a:pt x="939383" y="400238"/>
                        <a:pt x="967651" y="452063"/>
                      </a:cubicBezTo>
                      <a:cubicBezTo>
                        <a:pt x="982319" y="478954"/>
                        <a:pt x="1008748" y="534256"/>
                        <a:pt x="1008748" y="534256"/>
                      </a:cubicBezTo>
                      <a:cubicBezTo>
                        <a:pt x="1005323" y="561654"/>
                        <a:pt x="1010045" y="591379"/>
                        <a:pt x="998474" y="616449"/>
                      </a:cubicBezTo>
                      <a:cubicBezTo>
                        <a:pt x="988326" y="638437"/>
                        <a:pt x="967252" y="654387"/>
                        <a:pt x="947103" y="667820"/>
                      </a:cubicBezTo>
                      <a:cubicBezTo>
                        <a:pt x="923653" y="683453"/>
                        <a:pt x="875956" y="718934"/>
                        <a:pt x="844361" y="729465"/>
                      </a:cubicBezTo>
                      <a:cubicBezTo>
                        <a:pt x="827794" y="734987"/>
                        <a:pt x="810006" y="735812"/>
                        <a:pt x="792990" y="739739"/>
                      </a:cubicBezTo>
                      <a:cubicBezTo>
                        <a:pt x="645363" y="773806"/>
                        <a:pt x="767208" y="756526"/>
                        <a:pt x="556685" y="770562"/>
                      </a:cubicBezTo>
                      <a:cubicBezTo>
                        <a:pt x="474492" y="767137"/>
                        <a:pt x="391961" y="768473"/>
                        <a:pt x="310105" y="760287"/>
                      </a:cubicBezTo>
                      <a:cubicBezTo>
                        <a:pt x="288553" y="758132"/>
                        <a:pt x="267833" y="749425"/>
                        <a:pt x="248460" y="739739"/>
                      </a:cubicBezTo>
                      <a:cubicBezTo>
                        <a:pt x="226371" y="728695"/>
                        <a:pt x="186815" y="698643"/>
                        <a:pt x="186815" y="698643"/>
                      </a:cubicBezTo>
                      <a:cubicBezTo>
                        <a:pt x="176541" y="681519"/>
                        <a:pt x="166577" y="664206"/>
                        <a:pt x="155993" y="647272"/>
                      </a:cubicBezTo>
                      <a:cubicBezTo>
                        <a:pt x="149448" y="636801"/>
                        <a:pt x="141571" y="627170"/>
                        <a:pt x="135444" y="616449"/>
                      </a:cubicBezTo>
                      <a:cubicBezTo>
                        <a:pt x="127845" y="603151"/>
                        <a:pt x="122495" y="588651"/>
                        <a:pt x="114896" y="575353"/>
                      </a:cubicBezTo>
                      <a:cubicBezTo>
                        <a:pt x="108770" y="564632"/>
                        <a:pt x="99870" y="555575"/>
                        <a:pt x="94348" y="544530"/>
                      </a:cubicBezTo>
                      <a:cubicBezTo>
                        <a:pt x="89505" y="534844"/>
                        <a:pt x="89646" y="522994"/>
                        <a:pt x="84074" y="513708"/>
                      </a:cubicBezTo>
                      <a:cubicBezTo>
                        <a:pt x="79090" y="505402"/>
                        <a:pt x="69576" y="500723"/>
                        <a:pt x="63525" y="493159"/>
                      </a:cubicBezTo>
                      <a:cubicBezTo>
                        <a:pt x="55811" y="483517"/>
                        <a:pt x="53251" y="469186"/>
                        <a:pt x="42977" y="462337"/>
                      </a:cubicBezTo>
                      <a:cubicBezTo>
                        <a:pt x="26320" y="451232"/>
                        <a:pt x="7017" y="462337"/>
                        <a:pt x="1880" y="45206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cxnSp>
              <p:nvCxnSpPr>
                <p:cNvPr id="152" name="Straight Connector 151">
                  <a:extLst>
                    <a:ext uri="{FF2B5EF4-FFF2-40B4-BE49-F238E27FC236}">
                      <a16:creationId xmlns:a16="http://schemas.microsoft.com/office/drawing/2014/main" id="{00565C2E-DA2F-C24C-E7ED-04AC9BD9EA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280297" y="5230597"/>
                  <a:ext cx="189934" cy="430029"/>
                </a:xfrm>
                <a:prstGeom prst="line">
                  <a:avLst/>
                </a:prstGeom>
                <a:ln w="155575">
                  <a:solidFill>
                    <a:srgbClr val="FF0000">
                      <a:alpha val="67000"/>
                    </a:srgb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Straight Arrow Connector 152">
                  <a:extLst>
                    <a:ext uri="{FF2B5EF4-FFF2-40B4-BE49-F238E27FC236}">
                      <a16:creationId xmlns:a16="http://schemas.microsoft.com/office/drawing/2014/main" id="{60C7F8EA-AC0D-27F0-B391-361E49B272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367064" y="5355579"/>
                  <a:ext cx="67476" cy="121672"/>
                </a:xfrm>
                <a:prstGeom prst="straightConnector1">
                  <a:avLst/>
                </a:prstGeom>
                <a:ln w="69850">
                  <a:solidFill>
                    <a:srgbClr val="FF0000">
                      <a:alpha val="78000"/>
                    </a:srgbClr>
                  </a:solidFill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54" name="Group 153">
                  <a:extLst>
                    <a:ext uri="{FF2B5EF4-FFF2-40B4-BE49-F238E27FC236}">
                      <a16:creationId xmlns:a16="http://schemas.microsoft.com/office/drawing/2014/main" id="{6B739BFC-B3B2-52BE-43C5-3C3FA6A20830}"/>
                    </a:ext>
                  </a:extLst>
                </p:cNvPr>
                <p:cNvGrpSpPr/>
                <p:nvPr/>
              </p:nvGrpSpPr>
              <p:grpSpPr>
                <a:xfrm rot="11479848">
                  <a:off x="8224719" y="4151785"/>
                  <a:ext cx="704712" cy="710602"/>
                  <a:chOff x="2928001" y="2397360"/>
                  <a:chExt cx="603921" cy="1322495"/>
                </a:xfrm>
              </p:grpSpPr>
              <p:cxnSp>
                <p:nvCxnSpPr>
                  <p:cNvPr id="244" name="Straight Connector 243">
                    <a:extLst>
                      <a:ext uri="{FF2B5EF4-FFF2-40B4-BE49-F238E27FC236}">
                        <a16:creationId xmlns:a16="http://schemas.microsoft.com/office/drawing/2014/main" id="{AE0C4EE1-D434-C291-7B53-2242EB76642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120152" flipH="1" flipV="1">
                    <a:off x="2928001" y="2397360"/>
                    <a:ext cx="603921" cy="1322495"/>
                  </a:xfrm>
                  <a:prstGeom prst="line">
                    <a:avLst/>
                  </a:prstGeom>
                  <a:ln w="60325">
                    <a:solidFill>
                      <a:srgbClr val="FF0000">
                        <a:alpha val="59000"/>
                      </a:srgb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5" name="Straight Arrow Connector 244">
                    <a:extLst>
                      <a:ext uri="{FF2B5EF4-FFF2-40B4-BE49-F238E27FC236}">
                        <a16:creationId xmlns:a16="http://schemas.microsoft.com/office/drawing/2014/main" id="{1699AE3F-04E9-7BC6-2A2B-53D6064644D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120152" flipH="1" flipV="1">
                    <a:off x="3171549" y="2931614"/>
                    <a:ext cx="133623" cy="281970"/>
                  </a:xfrm>
                  <a:prstGeom prst="straightConnector1">
                    <a:avLst/>
                  </a:prstGeom>
                  <a:ln w="47625">
                    <a:solidFill>
                      <a:srgbClr val="FF0000">
                        <a:alpha val="59000"/>
                      </a:srgbClr>
                    </a:solidFill>
                    <a:tailEnd type="stealth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5" name="Group 154">
                  <a:extLst>
                    <a:ext uri="{FF2B5EF4-FFF2-40B4-BE49-F238E27FC236}">
                      <a16:creationId xmlns:a16="http://schemas.microsoft.com/office/drawing/2014/main" id="{720215C4-8A08-DA66-B9BD-35AD0FE02AC4}"/>
                    </a:ext>
                  </a:extLst>
                </p:cNvPr>
                <p:cNvGrpSpPr/>
                <p:nvPr/>
              </p:nvGrpSpPr>
              <p:grpSpPr>
                <a:xfrm rot="11479848">
                  <a:off x="8844336" y="5804603"/>
                  <a:ext cx="548342" cy="45719"/>
                  <a:chOff x="2880699" y="2547871"/>
                  <a:chExt cx="705161" cy="1030255"/>
                </a:xfrm>
              </p:grpSpPr>
              <p:cxnSp>
                <p:nvCxnSpPr>
                  <p:cNvPr id="242" name="Straight Connector 241">
                    <a:extLst>
                      <a:ext uri="{FF2B5EF4-FFF2-40B4-BE49-F238E27FC236}">
                        <a16:creationId xmlns:a16="http://schemas.microsoft.com/office/drawing/2014/main" id="{468382B6-DCBA-1BE9-7212-CBC4DE0D1C6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80699" y="2547871"/>
                    <a:ext cx="705161" cy="1030255"/>
                  </a:xfrm>
                  <a:prstGeom prst="line">
                    <a:avLst/>
                  </a:prstGeom>
                  <a:ln w="25400">
                    <a:solidFill>
                      <a:srgbClr val="FF0000">
                        <a:alpha val="59000"/>
                      </a:srgb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3" name="Straight Arrow Connector 242">
                    <a:extLst>
                      <a:ext uri="{FF2B5EF4-FFF2-40B4-BE49-F238E27FC236}">
                        <a16:creationId xmlns:a16="http://schemas.microsoft.com/office/drawing/2014/main" id="{AF767F03-AA48-9E2C-79D8-3C14EDF2E88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H="1" flipV="1">
                    <a:off x="3160537" y="2974042"/>
                    <a:ext cx="155870" cy="207792"/>
                  </a:xfrm>
                  <a:prstGeom prst="straightConnector1">
                    <a:avLst/>
                  </a:prstGeom>
                  <a:ln w="25400">
                    <a:solidFill>
                      <a:srgbClr val="FF0000">
                        <a:alpha val="59000"/>
                      </a:srgbClr>
                    </a:solidFill>
                    <a:tailEnd type="stealth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6" name="Group 155">
                  <a:extLst>
                    <a:ext uri="{FF2B5EF4-FFF2-40B4-BE49-F238E27FC236}">
                      <a16:creationId xmlns:a16="http://schemas.microsoft.com/office/drawing/2014/main" id="{A9AED683-41C7-CD24-ACEC-4ED0DB7FC5E6}"/>
                    </a:ext>
                  </a:extLst>
                </p:cNvPr>
                <p:cNvGrpSpPr/>
                <p:nvPr/>
              </p:nvGrpSpPr>
              <p:grpSpPr>
                <a:xfrm rot="12808754">
                  <a:off x="7970846" y="4281434"/>
                  <a:ext cx="675302" cy="682403"/>
                  <a:chOff x="2880699" y="2547871"/>
                  <a:chExt cx="705161" cy="1030255"/>
                </a:xfrm>
              </p:grpSpPr>
              <p:cxnSp>
                <p:nvCxnSpPr>
                  <p:cNvPr id="240" name="Straight Connector 239">
                    <a:extLst>
                      <a:ext uri="{FF2B5EF4-FFF2-40B4-BE49-F238E27FC236}">
                        <a16:creationId xmlns:a16="http://schemas.microsoft.com/office/drawing/2014/main" id="{D30361A1-B852-AB41-7694-65621517628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80699" y="2547871"/>
                    <a:ext cx="705161" cy="1030255"/>
                  </a:xfrm>
                  <a:prstGeom prst="line">
                    <a:avLst/>
                  </a:prstGeom>
                  <a:ln w="101600">
                    <a:solidFill>
                      <a:srgbClr val="FF0000">
                        <a:alpha val="51000"/>
                      </a:srgb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1" name="Straight Arrow Connector 240">
                    <a:extLst>
                      <a:ext uri="{FF2B5EF4-FFF2-40B4-BE49-F238E27FC236}">
                        <a16:creationId xmlns:a16="http://schemas.microsoft.com/office/drawing/2014/main" id="{27571313-6EED-15F5-AAED-D87F9840332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96374" y="3015662"/>
                    <a:ext cx="168990" cy="222974"/>
                  </a:xfrm>
                  <a:prstGeom prst="straightConnector1">
                    <a:avLst/>
                  </a:prstGeom>
                  <a:ln w="60325">
                    <a:solidFill>
                      <a:srgbClr val="FF0000">
                        <a:alpha val="51000"/>
                      </a:srgbClr>
                    </a:solidFill>
                    <a:tailEnd type="stealth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7" name="Group 156">
                  <a:extLst>
                    <a:ext uri="{FF2B5EF4-FFF2-40B4-BE49-F238E27FC236}">
                      <a16:creationId xmlns:a16="http://schemas.microsoft.com/office/drawing/2014/main" id="{2AC3E6F8-0738-9739-7204-3354E776ABB0}"/>
                    </a:ext>
                  </a:extLst>
                </p:cNvPr>
                <p:cNvGrpSpPr/>
                <p:nvPr/>
              </p:nvGrpSpPr>
              <p:grpSpPr>
                <a:xfrm rot="11479848" flipH="1">
                  <a:off x="7958006" y="4149859"/>
                  <a:ext cx="201556" cy="724373"/>
                  <a:chOff x="2880699" y="2547871"/>
                  <a:chExt cx="705161" cy="1030255"/>
                </a:xfrm>
              </p:grpSpPr>
              <p:cxnSp>
                <p:nvCxnSpPr>
                  <p:cNvPr id="238" name="Straight Connector 237">
                    <a:extLst>
                      <a:ext uri="{FF2B5EF4-FFF2-40B4-BE49-F238E27FC236}">
                        <a16:creationId xmlns:a16="http://schemas.microsoft.com/office/drawing/2014/main" id="{134AF74B-4A6F-EFF7-D890-EF05A965783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80699" y="2547871"/>
                    <a:ext cx="705161" cy="1030255"/>
                  </a:xfrm>
                  <a:prstGeom prst="line">
                    <a:avLst/>
                  </a:prstGeom>
                  <a:ln w="28575">
                    <a:solidFill>
                      <a:srgbClr val="FF0000">
                        <a:alpha val="59000"/>
                      </a:srgb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9" name="Straight Arrow Connector 238">
                    <a:extLst>
                      <a:ext uri="{FF2B5EF4-FFF2-40B4-BE49-F238E27FC236}">
                        <a16:creationId xmlns:a16="http://schemas.microsoft.com/office/drawing/2014/main" id="{494F60FF-5665-A09A-310B-B52285132FF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H="1" flipV="1">
                    <a:off x="3160537" y="2974042"/>
                    <a:ext cx="155870" cy="207792"/>
                  </a:xfrm>
                  <a:prstGeom prst="straightConnector1">
                    <a:avLst/>
                  </a:prstGeom>
                  <a:ln w="28575">
                    <a:solidFill>
                      <a:srgbClr val="FF0000">
                        <a:alpha val="59000"/>
                      </a:srgbClr>
                    </a:solidFill>
                    <a:tailEnd type="stealth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8" name="Group 157">
                  <a:extLst>
                    <a:ext uri="{FF2B5EF4-FFF2-40B4-BE49-F238E27FC236}">
                      <a16:creationId xmlns:a16="http://schemas.microsoft.com/office/drawing/2014/main" id="{5AEF1C7B-C436-C857-A30F-E620F6A90020}"/>
                    </a:ext>
                  </a:extLst>
                </p:cNvPr>
                <p:cNvGrpSpPr/>
                <p:nvPr/>
              </p:nvGrpSpPr>
              <p:grpSpPr>
                <a:xfrm rot="13111393">
                  <a:off x="8089749" y="5074139"/>
                  <a:ext cx="292945" cy="900797"/>
                  <a:chOff x="2880699" y="2547871"/>
                  <a:chExt cx="705161" cy="1030255"/>
                </a:xfrm>
              </p:grpSpPr>
              <p:cxnSp>
                <p:nvCxnSpPr>
                  <p:cNvPr id="236" name="Straight Connector 235">
                    <a:extLst>
                      <a:ext uri="{FF2B5EF4-FFF2-40B4-BE49-F238E27FC236}">
                        <a16:creationId xmlns:a16="http://schemas.microsoft.com/office/drawing/2014/main" id="{029980AB-F429-1922-48CC-E4EEA637FE1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80699" y="2547871"/>
                    <a:ext cx="705161" cy="1030255"/>
                  </a:xfrm>
                  <a:prstGeom prst="line">
                    <a:avLst/>
                  </a:prstGeom>
                  <a:ln w="60325">
                    <a:solidFill>
                      <a:srgbClr val="FF0000">
                        <a:alpha val="57000"/>
                      </a:srgb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7" name="Straight Arrow Connector 236">
                    <a:extLst>
                      <a:ext uri="{FF2B5EF4-FFF2-40B4-BE49-F238E27FC236}">
                        <a16:creationId xmlns:a16="http://schemas.microsoft.com/office/drawing/2014/main" id="{A5BFD921-CD22-068F-B2C9-58F1B8032C2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H="1" flipV="1">
                    <a:off x="3160537" y="2974042"/>
                    <a:ext cx="155870" cy="207792"/>
                  </a:xfrm>
                  <a:prstGeom prst="straightConnector1">
                    <a:avLst/>
                  </a:prstGeom>
                  <a:ln w="47625">
                    <a:solidFill>
                      <a:srgbClr val="FF0000">
                        <a:alpha val="57000"/>
                      </a:srgbClr>
                    </a:solidFill>
                    <a:tailEnd type="stealth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9" name="Group 158">
                  <a:extLst>
                    <a:ext uri="{FF2B5EF4-FFF2-40B4-BE49-F238E27FC236}">
                      <a16:creationId xmlns:a16="http://schemas.microsoft.com/office/drawing/2014/main" id="{AD81E633-E840-C97F-520E-267981CCE11B}"/>
                    </a:ext>
                  </a:extLst>
                </p:cNvPr>
                <p:cNvGrpSpPr/>
                <p:nvPr/>
              </p:nvGrpSpPr>
              <p:grpSpPr>
                <a:xfrm rot="11479848">
                  <a:off x="8838692" y="4835257"/>
                  <a:ext cx="105432" cy="913219"/>
                  <a:chOff x="2880699" y="2547871"/>
                  <a:chExt cx="705161" cy="1030255"/>
                </a:xfrm>
              </p:grpSpPr>
              <p:cxnSp>
                <p:nvCxnSpPr>
                  <p:cNvPr id="234" name="Straight Connector 233">
                    <a:extLst>
                      <a:ext uri="{FF2B5EF4-FFF2-40B4-BE49-F238E27FC236}">
                        <a16:creationId xmlns:a16="http://schemas.microsoft.com/office/drawing/2014/main" id="{5F6980A6-81D4-3683-6E59-B4BCFED6163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80699" y="2547871"/>
                    <a:ext cx="705161" cy="1030255"/>
                  </a:xfrm>
                  <a:prstGeom prst="line">
                    <a:avLst/>
                  </a:prstGeom>
                  <a:ln w="28575">
                    <a:solidFill>
                      <a:srgbClr val="FF0000">
                        <a:alpha val="59000"/>
                      </a:srgb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5" name="Straight Arrow Connector 234">
                    <a:extLst>
                      <a:ext uri="{FF2B5EF4-FFF2-40B4-BE49-F238E27FC236}">
                        <a16:creationId xmlns:a16="http://schemas.microsoft.com/office/drawing/2014/main" id="{C0BCD283-4D7D-05BA-FD6B-F8E63658DCE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H="1" flipV="1">
                    <a:off x="3160537" y="2974042"/>
                    <a:ext cx="155870" cy="207792"/>
                  </a:xfrm>
                  <a:prstGeom prst="straightConnector1">
                    <a:avLst/>
                  </a:prstGeom>
                  <a:ln w="28575">
                    <a:solidFill>
                      <a:srgbClr val="FF0000">
                        <a:alpha val="59000"/>
                      </a:srgbClr>
                    </a:solidFill>
                    <a:tailEnd type="stealth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60" name="Group 159">
                  <a:extLst>
                    <a:ext uri="{FF2B5EF4-FFF2-40B4-BE49-F238E27FC236}">
                      <a16:creationId xmlns:a16="http://schemas.microsoft.com/office/drawing/2014/main" id="{83DF2DA1-60E5-D9EA-2CF8-BB3C49D2B1BB}"/>
                    </a:ext>
                  </a:extLst>
                </p:cNvPr>
                <p:cNvGrpSpPr/>
                <p:nvPr/>
              </p:nvGrpSpPr>
              <p:grpSpPr>
                <a:xfrm rot="11479848">
                  <a:off x="7829076" y="4852780"/>
                  <a:ext cx="45719" cy="561241"/>
                  <a:chOff x="2880699" y="2547871"/>
                  <a:chExt cx="705161" cy="1030255"/>
                </a:xfrm>
              </p:grpSpPr>
              <p:cxnSp>
                <p:nvCxnSpPr>
                  <p:cNvPr id="232" name="Straight Connector 231">
                    <a:extLst>
                      <a:ext uri="{FF2B5EF4-FFF2-40B4-BE49-F238E27FC236}">
                        <a16:creationId xmlns:a16="http://schemas.microsoft.com/office/drawing/2014/main" id="{08A2EAFF-A3D8-8010-3294-A32BC6E7967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80699" y="2547871"/>
                    <a:ext cx="705161" cy="1030255"/>
                  </a:xfrm>
                  <a:prstGeom prst="line">
                    <a:avLst/>
                  </a:prstGeom>
                  <a:ln w="19050">
                    <a:solidFill>
                      <a:srgbClr val="FF0000">
                        <a:alpha val="59000"/>
                      </a:srgb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3" name="Straight Arrow Connector 232">
                    <a:extLst>
                      <a:ext uri="{FF2B5EF4-FFF2-40B4-BE49-F238E27FC236}">
                        <a16:creationId xmlns:a16="http://schemas.microsoft.com/office/drawing/2014/main" id="{E26B8A55-DEBC-6FDD-AA7F-861A5662014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H="1" flipV="1">
                    <a:off x="3160537" y="2974042"/>
                    <a:ext cx="155870" cy="207792"/>
                  </a:xfrm>
                  <a:prstGeom prst="straightConnector1">
                    <a:avLst/>
                  </a:prstGeom>
                  <a:ln w="19050">
                    <a:solidFill>
                      <a:srgbClr val="FF0000">
                        <a:alpha val="59000"/>
                      </a:srgbClr>
                    </a:solidFill>
                    <a:tailEnd type="stealth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62" name="Straight Connector 161">
                  <a:extLst>
                    <a:ext uri="{FF2B5EF4-FFF2-40B4-BE49-F238E27FC236}">
                      <a16:creationId xmlns:a16="http://schemas.microsoft.com/office/drawing/2014/main" id="{35B65031-BFC0-0300-58F7-4C7303C435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684308" y="4109066"/>
                  <a:ext cx="1557020" cy="69209"/>
                </a:xfrm>
                <a:prstGeom prst="line">
                  <a:avLst/>
                </a:prstGeom>
                <a:ln w="139700">
                  <a:solidFill>
                    <a:srgbClr val="FFC000">
                      <a:alpha val="80000"/>
                    </a:srgb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3" name="Flowchart: Magnetic Disk 162">
                  <a:extLst>
                    <a:ext uri="{FF2B5EF4-FFF2-40B4-BE49-F238E27FC236}">
                      <a16:creationId xmlns:a16="http://schemas.microsoft.com/office/drawing/2014/main" id="{340E03C5-E39D-7488-7405-C5003C231D9E}"/>
                    </a:ext>
                  </a:extLst>
                </p:cNvPr>
                <p:cNvSpPr/>
                <p:nvPr/>
              </p:nvSpPr>
              <p:spPr>
                <a:xfrm>
                  <a:off x="6368429" y="3932656"/>
                  <a:ext cx="631759" cy="380077"/>
                </a:xfrm>
                <a:prstGeom prst="flowChartMagneticDisk">
                  <a:avLst/>
                </a:prstGeom>
                <a:solidFill>
                  <a:schemeClr val="tx2">
                    <a:lumMod val="50000"/>
                    <a:lumOff val="5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1200" dirty="0">
                      <a:latin typeface="Palatino Linotype" panose="02040502050505030304" pitchFamily="18" charset="0"/>
                    </a:rPr>
                    <a:t>EISB</a:t>
                  </a:r>
                </a:p>
              </p:txBody>
            </p:sp>
            <p:cxnSp>
              <p:nvCxnSpPr>
                <p:cNvPr id="164" name="Straight Connector 163">
                  <a:extLst>
                    <a:ext uri="{FF2B5EF4-FFF2-40B4-BE49-F238E27FC236}">
                      <a16:creationId xmlns:a16="http://schemas.microsoft.com/office/drawing/2014/main" id="{EA536606-D653-5621-89C9-AC6503A036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412333" y="4684135"/>
                  <a:ext cx="1690768" cy="548880"/>
                </a:xfrm>
                <a:prstGeom prst="line">
                  <a:avLst/>
                </a:prstGeom>
                <a:ln w="174625">
                  <a:solidFill>
                    <a:srgbClr val="FFC000">
                      <a:alpha val="82000"/>
                    </a:srgb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5" name="Flowchart: Magnetic Disk 164">
                  <a:extLst>
                    <a:ext uri="{FF2B5EF4-FFF2-40B4-BE49-F238E27FC236}">
                      <a16:creationId xmlns:a16="http://schemas.microsoft.com/office/drawing/2014/main" id="{ABC8D457-E466-3D1B-D5CC-15DC55780193}"/>
                    </a:ext>
                  </a:extLst>
                </p:cNvPr>
                <p:cNvSpPr/>
                <p:nvPr/>
              </p:nvSpPr>
              <p:spPr>
                <a:xfrm>
                  <a:off x="10871795" y="4414226"/>
                  <a:ext cx="631759" cy="380077"/>
                </a:xfrm>
                <a:prstGeom prst="flowChartMagneticDisk">
                  <a:avLst/>
                </a:prstGeom>
                <a:solidFill>
                  <a:schemeClr val="tx2">
                    <a:lumMod val="50000"/>
                    <a:lumOff val="5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1200" dirty="0">
                      <a:latin typeface="Palatino Linotype" panose="02040502050505030304" pitchFamily="18" charset="0"/>
                    </a:rPr>
                    <a:t>SNS</a:t>
                  </a:r>
                </a:p>
              </p:txBody>
            </p:sp>
            <p:sp>
              <p:nvSpPr>
                <p:cNvPr id="166" name="TextBox 165">
                  <a:extLst>
                    <a:ext uri="{FF2B5EF4-FFF2-40B4-BE49-F238E27FC236}">
                      <a16:creationId xmlns:a16="http://schemas.microsoft.com/office/drawing/2014/main" id="{8B63DB60-673D-FF45-01A5-125CF6EA2595}"/>
                    </a:ext>
                  </a:extLst>
                </p:cNvPr>
                <p:cNvSpPr txBox="1"/>
                <p:nvPr/>
              </p:nvSpPr>
              <p:spPr>
                <a:xfrm rot="20471977">
                  <a:off x="9919065" y="5087633"/>
                  <a:ext cx="1254257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100" dirty="0">
                      <a:solidFill>
                        <a:srgbClr val="002060"/>
                      </a:solidFill>
                      <a:latin typeface="Palatino Linotype" panose="02040502050505030304" pitchFamily="18" charset="0"/>
                    </a:rPr>
                    <a:t>76 Mt CO</a:t>
                  </a:r>
                  <a:r>
                    <a:rPr lang="en-GB" sz="700" dirty="0">
                      <a:solidFill>
                        <a:srgbClr val="002060"/>
                      </a:solidFill>
                      <a:latin typeface="Palatino Linotype" panose="02040502050505030304" pitchFamily="18" charset="0"/>
                    </a:rPr>
                    <a:t>2</a:t>
                  </a:r>
                  <a:r>
                    <a:rPr lang="en-GB" sz="1100" dirty="0">
                      <a:solidFill>
                        <a:srgbClr val="002060"/>
                      </a:solidFill>
                      <a:latin typeface="Palatino Linotype" panose="02040502050505030304" pitchFamily="18" charset="0"/>
                    </a:rPr>
                    <a:t>eq</a:t>
                  </a:r>
                </a:p>
              </p:txBody>
            </p:sp>
            <p:cxnSp>
              <p:nvCxnSpPr>
                <p:cNvPr id="167" name="Straight Arrow Connector 166">
                  <a:extLst>
                    <a:ext uri="{FF2B5EF4-FFF2-40B4-BE49-F238E27FC236}">
                      <a16:creationId xmlns:a16="http://schemas.microsoft.com/office/drawing/2014/main" id="{A631A5F5-13A9-17C1-E9F7-D616C5CD0D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326000" y="4890307"/>
                  <a:ext cx="152776" cy="53614"/>
                </a:xfrm>
                <a:prstGeom prst="straightConnector1">
                  <a:avLst/>
                </a:prstGeom>
                <a:ln w="95250">
                  <a:solidFill>
                    <a:srgbClr val="FFC000"/>
                  </a:solidFill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Straight Arrow Connector 167">
                  <a:extLst>
                    <a:ext uri="{FF2B5EF4-FFF2-40B4-BE49-F238E27FC236}">
                      <a16:creationId xmlns:a16="http://schemas.microsoft.com/office/drawing/2014/main" id="{FFC50E20-F419-759B-0F1B-C28F5EED4F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462818" y="4143670"/>
                  <a:ext cx="153966" cy="0"/>
                </a:xfrm>
                <a:prstGeom prst="straightConnector1">
                  <a:avLst/>
                </a:prstGeom>
                <a:ln w="63500">
                  <a:solidFill>
                    <a:srgbClr val="FFC000"/>
                  </a:solidFill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4B589B9F-BFF2-61F2-E59D-7FFC4DF2C630}"/>
                    </a:ext>
                  </a:extLst>
                </p:cNvPr>
                <p:cNvSpPr txBox="1"/>
                <p:nvPr/>
              </p:nvSpPr>
              <p:spPr>
                <a:xfrm rot="170199">
                  <a:off x="7043139" y="4196306"/>
                  <a:ext cx="1254257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100" dirty="0">
                      <a:solidFill>
                        <a:srgbClr val="002060"/>
                      </a:solidFill>
                      <a:latin typeface="Palatino Linotype" panose="02040502050505030304" pitchFamily="18" charset="0"/>
                    </a:rPr>
                    <a:t>45 Mt CO</a:t>
                  </a:r>
                  <a:r>
                    <a:rPr lang="en-GB" sz="700" dirty="0">
                      <a:solidFill>
                        <a:srgbClr val="002060"/>
                      </a:solidFill>
                      <a:latin typeface="Palatino Linotype" panose="02040502050505030304" pitchFamily="18" charset="0"/>
                    </a:rPr>
                    <a:t>2</a:t>
                  </a:r>
                  <a:r>
                    <a:rPr lang="en-GB" sz="1100" dirty="0">
                      <a:solidFill>
                        <a:srgbClr val="002060"/>
                      </a:solidFill>
                      <a:latin typeface="Palatino Linotype" panose="02040502050505030304" pitchFamily="18" charset="0"/>
                    </a:rPr>
                    <a:t>eq</a:t>
                  </a:r>
                </a:p>
              </p:txBody>
            </p:sp>
            <p:sp>
              <p:nvSpPr>
                <p:cNvPr id="172" name="Flowchart: Magnetic Disk 171">
                  <a:extLst>
                    <a:ext uri="{FF2B5EF4-FFF2-40B4-BE49-F238E27FC236}">
                      <a16:creationId xmlns:a16="http://schemas.microsoft.com/office/drawing/2014/main" id="{F974FD92-DF3B-97C4-A64A-10D30A337786}"/>
                    </a:ext>
                  </a:extLst>
                </p:cNvPr>
                <p:cNvSpPr/>
                <p:nvPr/>
              </p:nvSpPr>
              <p:spPr>
                <a:xfrm>
                  <a:off x="9342285" y="2104998"/>
                  <a:ext cx="631759" cy="380077"/>
                </a:xfrm>
                <a:prstGeom prst="flowChartMagneticDisk">
                  <a:avLst/>
                </a:prstGeom>
                <a:solidFill>
                  <a:schemeClr val="tx2">
                    <a:lumMod val="50000"/>
                    <a:lumOff val="5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1200" dirty="0">
                      <a:latin typeface="Palatino Linotype" panose="02040502050505030304" pitchFamily="18" charset="0"/>
                    </a:rPr>
                    <a:t>NNS</a:t>
                  </a:r>
                </a:p>
              </p:txBody>
            </p:sp>
            <p:cxnSp>
              <p:nvCxnSpPr>
                <p:cNvPr id="268" name="Straight Connector 267">
                  <a:extLst>
                    <a:ext uri="{FF2B5EF4-FFF2-40B4-BE49-F238E27FC236}">
                      <a16:creationId xmlns:a16="http://schemas.microsoft.com/office/drawing/2014/main" id="{5237B609-10F0-ED8E-2AE2-FBBCE89701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929432" y="4853758"/>
                  <a:ext cx="482901" cy="379974"/>
                </a:xfrm>
                <a:prstGeom prst="line">
                  <a:avLst/>
                </a:prstGeom>
                <a:ln w="50800">
                  <a:solidFill>
                    <a:srgbClr val="FF0000">
                      <a:alpha val="49000"/>
                    </a:srgb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9" name="Straight Arrow Connector 268">
                  <a:extLst>
                    <a:ext uri="{FF2B5EF4-FFF2-40B4-BE49-F238E27FC236}">
                      <a16:creationId xmlns:a16="http://schemas.microsoft.com/office/drawing/2014/main" id="{61F59D6C-9D2A-1EEE-B064-CB36529688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98815" y="5061515"/>
                  <a:ext cx="62405" cy="45029"/>
                </a:xfrm>
                <a:prstGeom prst="straightConnector1">
                  <a:avLst/>
                </a:prstGeom>
                <a:ln w="41275">
                  <a:solidFill>
                    <a:srgbClr val="FF0000">
                      <a:alpha val="49000"/>
                    </a:srgbClr>
                  </a:solidFill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272" name="Picture 271">
                  <a:extLst>
                    <a:ext uri="{FF2B5EF4-FFF2-40B4-BE49-F238E27FC236}">
                      <a16:creationId xmlns:a16="http://schemas.microsoft.com/office/drawing/2014/main" id="{D3B3E256-31BF-4D2A-C895-2FDB362CF2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2212616" y="-459637"/>
                  <a:ext cx="8129326" cy="7628668"/>
                </a:xfrm>
                <a:prstGeom prst="rect">
                  <a:avLst/>
                </a:prstGeom>
              </p:spPr>
            </p:pic>
            <p:grpSp>
              <p:nvGrpSpPr>
                <p:cNvPr id="273" name="Group 272">
                  <a:extLst>
                    <a:ext uri="{FF2B5EF4-FFF2-40B4-BE49-F238E27FC236}">
                      <a16:creationId xmlns:a16="http://schemas.microsoft.com/office/drawing/2014/main" id="{195FEF45-EEFE-9AC2-3356-8356BDC96A04}"/>
                    </a:ext>
                  </a:extLst>
                </p:cNvPr>
                <p:cNvGrpSpPr/>
                <p:nvPr/>
              </p:nvGrpSpPr>
              <p:grpSpPr>
                <a:xfrm rot="10800000">
                  <a:off x="1510111" y="2677247"/>
                  <a:ext cx="733796" cy="1054587"/>
                  <a:chOff x="2880699" y="2547871"/>
                  <a:chExt cx="705161" cy="1030255"/>
                </a:xfrm>
              </p:grpSpPr>
              <p:cxnSp>
                <p:nvCxnSpPr>
                  <p:cNvPr id="274" name="Straight Connector 273">
                    <a:extLst>
                      <a:ext uri="{FF2B5EF4-FFF2-40B4-BE49-F238E27FC236}">
                        <a16:creationId xmlns:a16="http://schemas.microsoft.com/office/drawing/2014/main" id="{6C96830D-8DEC-9EA4-6F41-CFE91D62E29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80699" y="2547871"/>
                    <a:ext cx="705161" cy="1030255"/>
                  </a:xfrm>
                  <a:prstGeom prst="line">
                    <a:avLst/>
                  </a:prstGeom>
                  <a:ln w="31750">
                    <a:solidFill>
                      <a:srgbClr val="FF0000">
                        <a:alpha val="55000"/>
                      </a:srgb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5" name="Straight Arrow Connector 274">
                    <a:extLst>
                      <a:ext uri="{FF2B5EF4-FFF2-40B4-BE49-F238E27FC236}">
                        <a16:creationId xmlns:a16="http://schemas.microsoft.com/office/drawing/2014/main" id="{BE30BCCF-3A95-B3F6-E737-BF70966F38D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H="1" flipV="1">
                    <a:off x="3190362" y="2990276"/>
                    <a:ext cx="129187" cy="188416"/>
                  </a:xfrm>
                  <a:prstGeom prst="straightConnector1">
                    <a:avLst/>
                  </a:prstGeom>
                  <a:ln w="38100">
                    <a:solidFill>
                      <a:srgbClr val="FF0000">
                        <a:alpha val="55000"/>
                      </a:srgbClr>
                    </a:solidFill>
                    <a:tailEnd type="stealth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76" name="Group 275">
                  <a:extLst>
                    <a:ext uri="{FF2B5EF4-FFF2-40B4-BE49-F238E27FC236}">
                      <a16:creationId xmlns:a16="http://schemas.microsoft.com/office/drawing/2014/main" id="{30C92F13-102E-EDF5-BCF5-C88269A567CF}"/>
                    </a:ext>
                  </a:extLst>
                </p:cNvPr>
                <p:cNvGrpSpPr/>
                <p:nvPr/>
              </p:nvGrpSpPr>
              <p:grpSpPr>
                <a:xfrm rot="10800000">
                  <a:off x="2241871" y="3731834"/>
                  <a:ext cx="264276" cy="639879"/>
                  <a:chOff x="2880699" y="2547871"/>
                  <a:chExt cx="705161" cy="1030255"/>
                </a:xfrm>
              </p:grpSpPr>
              <p:cxnSp>
                <p:nvCxnSpPr>
                  <p:cNvPr id="277" name="Straight Connector 276">
                    <a:extLst>
                      <a:ext uri="{FF2B5EF4-FFF2-40B4-BE49-F238E27FC236}">
                        <a16:creationId xmlns:a16="http://schemas.microsoft.com/office/drawing/2014/main" id="{FE39AF9A-923E-D319-B660-6A39827981B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80699" y="2547871"/>
                    <a:ext cx="705161" cy="1030255"/>
                  </a:xfrm>
                  <a:prstGeom prst="line">
                    <a:avLst/>
                  </a:prstGeom>
                  <a:ln w="22225">
                    <a:solidFill>
                      <a:srgbClr val="FF0000">
                        <a:alpha val="49000"/>
                      </a:srgb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8" name="Straight Arrow Connector 277">
                    <a:extLst>
                      <a:ext uri="{FF2B5EF4-FFF2-40B4-BE49-F238E27FC236}">
                        <a16:creationId xmlns:a16="http://schemas.microsoft.com/office/drawing/2014/main" id="{EB092BB3-F76D-10D7-3410-97F64493991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H="1" flipV="1">
                    <a:off x="3160537" y="2974042"/>
                    <a:ext cx="155870" cy="207792"/>
                  </a:xfrm>
                  <a:prstGeom prst="straightConnector1">
                    <a:avLst/>
                  </a:prstGeom>
                  <a:ln w="22225">
                    <a:solidFill>
                      <a:srgbClr val="FF0000">
                        <a:alpha val="49000"/>
                      </a:srgbClr>
                    </a:solidFill>
                    <a:tailEnd type="stealth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79" name="Group 278">
                  <a:extLst>
                    <a:ext uri="{FF2B5EF4-FFF2-40B4-BE49-F238E27FC236}">
                      <a16:creationId xmlns:a16="http://schemas.microsoft.com/office/drawing/2014/main" id="{139EF245-FB62-D0D4-A1BC-7C8ECCEEEDD6}"/>
                    </a:ext>
                  </a:extLst>
                </p:cNvPr>
                <p:cNvGrpSpPr/>
                <p:nvPr/>
              </p:nvGrpSpPr>
              <p:grpSpPr>
                <a:xfrm rot="8529111">
                  <a:off x="2036793" y="4153826"/>
                  <a:ext cx="396752" cy="382537"/>
                  <a:chOff x="2880699" y="2547871"/>
                  <a:chExt cx="705161" cy="1030255"/>
                </a:xfrm>
              </p:grpSpPr>
              <p:cxnSp>
                <p:nvCxnSpPr>
                  <p:cNvPr id="280" name="Straight Connector 279">
                    <a:extLst>
                      <a:ext uri="{FF2B5EF4-FFF2-40B4-BE49-F238E27FC236}">
                        <a16:creationId xmlns:a16="http://schemas.microsoft.com/office/drawing/2014/main" id="{5998B183-56E7-A620-C547-D6B19AB3230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80699" y="2547871"/>
                    <a:ext cx="705161" cy="1030255"/>
                  </a:xfrm>
                  <a:prstGeom prst="line">
                    <a:avLst/>
                  </a:prstGeom>
                  <a:ln w="47625">
                    <a:solidFill>
                      <a:srgbClr val="FF0000">
                        <a:alpha val="51000"/>
                      </a:srgb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1" name="Straight Arrow Connector 280">
                    <a:extLst>
                      <a:ext uri="{FF2B5EF4-FFF2-40B4-BE49-F238E27FC236}">
                        <a16:creationId xmlns:a16="http://schemas.microsoft.com/office/drawing/2014/main" id="{6CD0EB40-8BEF-A984-1571-AE844DFAC72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96374" y="3015662"/>
                    <a:ext cx="168990" cy="222974"/>
                  </a:xfrm>
                  <a:prstGeom prst="straightConnector1">
                    <a:avLst/>
                  </a:prstGeom>
                  <a:ln w="38100">
                    <a:solidFill>
                      <a:srgbClr val="FF0000">
                        <a:alpha val="51000"/>
                      </a:srgbClr>
                    </a:solidFill>
                    <a:tailEnd type="stealth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82" name="Group 281">
                  <a:extLst>
                    <a:ext uri="{FF2B5EF4-FFF2-40B4-BE49-F238E27FC236}">
                      <a16:creationId xmlns:a16="http://schemas.microsoft.com/office/drawing/2014/main" id="{0BE7BA7E-D379-9E9B-502E-6FB79B252F78}"/>
                    </a:ext>
                  </a:extLst>
                </p:cNvPr>
                <p:cNvGrpSpPr/>
                <p:nvPr/>
              </p:nvGrpSpPr>
              <p:grpSpPr>
                <a:xfrm rot="11479848">
                  <a:off x="2441333" y="4391926"/>
                  <a:ext cx="294689" cy="593548"/>
                  <a:chOff x="2880699" y="2547871"/>
                  <a:chExt cx="705161" cy="1030255"/>
                </a:xfrm>
              </p:grpSpPr>
              <p:cxnSp>
                <p:nvCxnSpPr>
                  <p:cNvPr id="283" name="Straight Connector 282">
                    <a:extLst>
                      <a:ext uri="{FF2B5EF4-FFF2-40B4-BE49-F238E27FC236}">
                        <a16:creationId xmlns:a16="http://schemas.microsoft.com/office/drawing/2014/main" id="{4B4754DD-7863-8A7E-C9E3-A173EEDF469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80699" y="2547871"/>
                    <a:ext cx="705161" cy="1030255"/>
                  </a:xfrm>
                  <a:prstGeom prst="line">
                    <a:avLst/>
                  </a:prstGeom>
                  <a:ln w="6350">
                    <a:solidFill>
                      <a:srgbClr val="FF0000">
                        <a:alpha val="59000"/>
                      </a:srgb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4" name="Straight Arrow Connector 283">
                    <a:extLst>
                      <a:ext uri="{FF2B5EF4-FFF2-40B4-BE49-F238E27FC236}">
                        <a16:creationId xmlns:a16="http://schemas.microsoft.com/office/drawing/2014/main" id="{3B003C42-6070-98B6-241B-21339A1A85C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H="1" flipV="1">
                    <a:off x="3160537" y="2974042"/>
                    <a:ext cx="155870" cy="207792"/>
                  </a:xfrm>
                  <a:prstGeom prst="straightConnector1">
                    <a:avLst/>
                  </a:prstGeom>
                  <a:ln w="6350">
                    <a:solidFill>
                      <a:srgbClr val="FF0000">
                        <a:alpha val="59000"/>
                      </a:srgbClr>
                    </a:solidFill>
                    <a:tailEnd type="stealth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85" name="Group 284">
                  <a:extLst>
                    <a:ext uri="{FF2B5EF4-FFF2-40B4-BE49-F238E27FC236}">
                      <a16:creationId xmlns:a16="http://schemas.microsoft.com/office/drawing/2014/main" id="{1D011C4B-972E-1B3C-F6C6-9E2B902C2585}"/>
                    </a:ext>
                  </a:extLst>
                </p:cNvPr>
                <p:cNvGrpSpPr/>
                <p:nvPr/>
              </p:nvGrpSpPr>
              <p:grpSpPr>
                <a:xfrm rot="15234968">
                  <a:off x="1775562" y="5065429"/>
                  <a:ext cx="152634" cy="667371"/>
                  <a:chOff x="2880699" y="2547871"/>
                  <a:chExt cx="705161" cy="1030255"/>
                </a:xfrm>
              </p:grpSpPr>
              <p:cxnSp>
                <p:nvCxnSpPr>
                  <p:cNvPr id="286" name="Straight Connector 285">
                    <a:extLst>
                      <a:ext uri="{FF2B5EF4-FFF2-40B4-BE49-F238E27FC236}">
                        <a16:creationId xmlns:a16="http://schemas.microsoft.com/office/drawing/2014/main" id="{EBE8D313-69A7-710E-5220-CD05DCDF78D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80699" y="2547871"/>
                    <a:ext cx="705161" cy="1030255"/>
                  </a:xfrm>
                  <a:prstGeom prst="line">
                    <a:avLst/>
                  </a:prstGeom>
                  <a:ln w="47625">
                    <a:solidFill>
                      <a:srgbClr val="FF0000">
                        <a:alpha val="57000"/>
                      </a:srgb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7" name="Straight Arrow Connector 286">
                    <a:extLst>
                      <a:ext uri="{FF2B5EF4-FFF2-40B4-BE49-F238E27FC236}">
                        <a16:creationId xmlns:a16="http://schemas.microsoft.com/office/drawing/2014/main" id="{1198254F-68B5-00D6-2F21-ADDFF60449A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H="1" flipV="1">
                    <a:off x="3160537" y="2974042"/>
                    <a:ext cx="155870" cy="207792"/>
                  </a:xfrm>
                  <a:prstGeom prst="straightConnector1">
                    <a:avLst/>
                  </a:prstGeom>
                  <a:ln w="47625">
                    <a:solidFill>
                      <a:srgbClr val="FF0000">
                        <a:alpha val="57000"/>
                      </a:srgbClr>
                    </a:solidFill>
                    <a:tailEnd type="stealth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88" name="Straight Connector 287">
                  <a:extLst>
                    <a:ext uri="{FF2B5EF4-FFF2-40B4-BE49-F238E27FC236}">
                      <a16:creationId xmlns:a16="http://schemas.microsoft.com/office/drawing/2014/main" id="{C698BD66-9A5F-306D-B441-51BB025230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593275" y="5376993"/>
                  <a:ext cx="585346" cy="536221"/>
                </a:xfrm>
                <a:prstGeom prst="line">
                  <a:avLst/>
                </a:prstGeom>
                <a:ln w="98425">
                  <a:solidFill>
                    <a:srgbClr val="FF0000">
                      <a:alpha val="67000"/>
                    </a:srgb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9" name="Straight Arrow Connector 288">
                  <a:extLst>
                    <a:ext uri="{FF2B5EF4-FFF2-40B4-BE49-F238E27FC236}">
                      <a16:creationId xmlns:a16="http://schemas.microsoft.com/office/drawing/2014/main" id="{8D720338-3EB3-16BF-0580-E27C193669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120918" flipH="1" flipV="1">
                  <a:off x="2817971" y="5615701"/>
                  <a:ext cx="10106" cy="162043"/>
                </a:xfrm>
                <a:prstGeom prst="straightConnector1">
                  <a:avLst/>
                </a:prstGeom>
                <a:ln w="57150">
                  <a:solidFill>
                    <a:srgbClr val="FF0000">
                      <a:alpha val="61000"/>
                    </a:srgbClr>
                  </a:solidFill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90" name="Group 289">
                  <a:extLst>
                    <a:ext uri="{FF2B5EF4-FFF2-40B4-BE49-F238E27FC236}">
                      <a16:creationId xmlns:a16="http://schemas.microsoft.com/office/drawing/2014/main" id="{85C47668-6C4A-49BE-6190-C421EBBFB7F0}"/>
                    </a:ext>
                  </a:extLst>
                </p:cNvPr>
                <p:cNvGrpSpPr/>
                <p:nvPr/>
              </p:nvGrpSpPr>
              <p:grpSpPr>
                <a:xfrm rot="16200000">
                  <a:off x="2092100" y="5622583"/>
                  <a:ext cx="217681" cy="784668"/>
                  <a:chOff x="2880699" y="2547871"/>
                  <a:chExt cx="705161" cy="1030255"/>
                </a:xfrm>
              </p:grpSpPr>
              <p:cxnSp>
                <p:nvCxnSpPr>
                  <p:cNvPr id="291" name="Straight Connector 290">
                    <a:extLst>
                      <a:ext uri="{FF2B5EF4-FFF2-40B4-BE49-F238E27FC236}">
                        <a16:creationId xmlns:a16="http://schemas.microsoft.com/office/drawing/2014/main" id="{1F767304-DAE0-EE35-13C2-5065D9F495D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80699" y="2547871"/>
                    <a:ext cx="705161" cy="1030255"/>
                  </a:xfrm>
                  <a:prstGeom prst="line">
                    <a:avLst/>
                  </a:prstGeom>
                  <a:ln w="38100">
                    <a:solidFill>
                      <a:srgbClr val="FF0000">
                        <a:alpha val="59000"/>
                      </a:srgb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2" name="Straight Arrow Connector 291">
                    <a:extLst>
                      <a:ext uri="{FF2B5EF4-FFF2-40B4-BE49-F238E27FC236}">
                        <a16:creationId xmlns:a16="http://schemas.microsoft.com/office/drawing/2014/main" id="{24C6529D-84E8-91BD-2896-3C434E457D0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H="1" flipV="1">
                    <a:off x="3160537" y="2974042"/>
                    <a:ext cx="155870" cy="207792"/>
                  </a:xfrm>
                  <a:prstGeom prst="straightConnector1">
                    <a:avLst/>
                  </a:prstGeom>
                  <a:ln w="38100">
                    <a:solidFill>
                      <a:srgbClr val="FF0000">
                        <a:alpha val="59000"/>
                      </a:srgbClr>
                    </a:solidFill>
                    <a:tailEnd type="stealth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05" name="Freeform: Shape 304">
                  <a:extLst>
                    <a:ext uri="{FF2B5EF4-FFF2-40B4-BE49-F238E27FC236}">
                      <a16:creationId xmlns:a16="http://schemas.microsoft.com/office/drawing/2014/main" id="{28BEBF8C-4456-03FF-E925-E988E16FCBA5}"/>
                    </a:ext>
                  </a:extLst>
                </p:cNvPr>
                <p:cNvSpPr/>
                <p:nvPr/>
              </p:nvSpPr>
              <p:spPr>
                <a:xfrm>
                  <a:off x="-98785" y="3492809"/>
                  <a:ext cx="1201648" cy="891513"/>
                </a:xfrm>
                <a:custGeom>
                  <a:avLst/>
                  <a:gdLst>
                    <a:gd name="csX0" fmla="*/ 1880 w 1008748"/>
                    <a:gd name="csY0" fmla="*/ 452063 h 770562"/>
                    <a:gd name="csX1" fmla="*/ 12155 w 1008748"/>
                    <a:gd name="csY1" fmla="*/ 400692 h 770562"/>
                    <a:gd name="csX2" fmla="*/ 73799 w 1008748"/>
                    <a:gd name="csY2" fmla="*/ 339047 h 770562"/>
                    <a:gd name="csX3" fmla="*/ 145719 w 1008748"/>
                    <a:gd name="csY3" fmla="*/ 256854 h 770562"/>
                    <a:gd name="csX4" fmla="*/ 207364 w 1008748"/>
                    <a:gd name="csY4" fmla="*/ 215757 h 770562"/>
                    <a:gd name="csX5" fmla="*/ 258734 w 1008748"/>
                    <a:gd name="csY5" fmla="*/ 164386 h 770562"/>
                    <a:gd name="csX6" fmla="*/ 340928 w 1008748"/>
                    <a:gd name="csY6" fmla="*/ 123290 h 770562"/>
                    <a:gd name="csX7" fmla="*/ 423121 w 1008748"/>
                    <a:gd name="csY7" fmla="*/ 61645 h 770562"/>
                    <a:gd name="csX8" fmla="*/ 464217 w 1008748"/>
                    <a:gd name="csY8" fmla="*/ 41096 h 770562"/>
                    <a:gd name="csX9" fmla="*/ 546411 w 1008748"/>
                    <a:gd name="csY9" fmla="*/ 30822 h 770562"/>
                    <a:gd name="csX10" fmla="*/ 577233 w 1008748"/>
                    <a:gd name="csY10" fmla="*/ 20548 h 770562"/>
                    <a:gd name="csX11" fmla="*/ 649152 w 1008748"/>
                    <a:gd name="csY11" fmla="*/ 10274 h 770562"/>
                    <a:gd name="csX12" fmla="*/ 710797 w 1008748"/>
                    <a:gd name="csY12" fmla="*/ 0 h 770562"/>
                    <a:gd name="csX13" fmla="*/ 772442 w 1008748"/>
                    <a:gd name="csY13" fmla="*/ 10274 h 770562"/>
                    <a:gd name="csX14" fmla="*/ 854635 w 1008748"/>
                    <a:gd name="csY14" fmla="*/ 133564 h 770562"/>
                    <a:gd name="csX15" fmla="*/ 885458 w 1008748"/>
                    <a:gd name="csY15" fmla="*/ 205483 h 770562"/>
                    <a:gd name="csX16" fmla="*/ 895732 w 1008748"/>
                    <a:gd name="csY16" fmla="*/ 256854 h 770562"/>
                    <a:gd name="csX17" fmla="*/ 916280 w 1008748"/>
                    <a:gd name="csY17" fmla="*/ 318499 h 770562"/>
                    <a:gd name="csX18" fmla="*/ 926555 w 1008748"/>
                    <a:gd name="csY18" fmla="*/ 369870 h 770562"/>
                    <a:gd name="csX19" fmla="*/ 967651 w 1008748"/>
                    <a:gd name="csY19" fmla="*/ 452063 h 770562"/>
                    <a:gd name="csX20" fmla="*/ 1008748 w 1008748"/>
                    <a:gd name="csY20" fmla="*/ 534256 h 770562"/>
                    <a:gd name="csX21" fmla="*/ 998474 w 1008748"/>
                    <a:gd name="csY21" fmla="*/ 616449 h 770562"/>
                    <a:gd name="csX22" fmla="*/ 947103 w 1008748"/>
                    <a:gd name="csY22" fmla="*/ 667820 h 770562"/>
                    <a:gd name="csX23" fmla="*/ 844361 w 1008748"/>
                    <a:gd name="csY23" fmla="*/ 729465 h 770562"/>
                    <a:gd name="csX24" fmla="*/ 792990 w 1008748"/>
                    <a:gd name="csY24" fmla="*/ 739739 h 770562"/>
                    <a:gd name="csX25" fmla="*/ 556685 w 1008748"/>
                    <a:gd name="csY25" fmla="*/ 770562 h 770562"/>
                    <a:gd name="csX26" fmla="*/ 310105 w 1008748"/>
                    <a:gd name="csY26" fmla="*/ 760287 h 770562"/>
                    <a:gd name="csX27" fmla="*/ 248460 w 1008748"/>
                    <a:gd name="csY27" fmla="*/ 739739 h 770562"/>
                    <a:gd name="csX28" fmla="*/ 186815 w 1008748"/>
                    <a:gd name="csY28" fmla="*/ 698643 h 770562"/>
                    <a:gd name="csX29" fmla="*/ 155993 w 1008748"/>
                    <a:gd name="csY29" fmla="*/ 647272 h 770562"/>
                    <a:gd name="csX30" fmla="*/ 135444 w 1008748"/>
                    <a:gd name="csY30" fmla="*/ 616449 h 770562"/>
                    <a:gd name="csX31" fmla="*/ 114896 w 1008748"/>
                    <a:gd name="csY31" fmla="*/ 575353 h 770562"/>
                    <a:gd name="csX32" fmla="*/ 94348 w 1008748"/>
                    <a:gd name="csY32" fmla="*/ 544530 h 770562"/>
                    <a:gd name="csX33" fmla="*/ 84074 w 1008748"/>
                    <a:gd name="csY33" fmla="*/ 513708 h 770562"/>
                    <a:gd name="csX34" fmla="*/ 63525 w 1008748"/>
                    <a:gd name="csY34" fmla="*/ 493159 h 770562"/>
                    <a:gd name="csX35" fmla="*/ 42977 w 1008748"/>
                    <a:gd name="csY35" fmla="*/ 462337 h 770562"/>
                    <a:gd name="csX36" fmla="*/ 1880 w 1008748"/>
                    <a:gd name="csY36" fmla="*/ 452063 h 77056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</a:cxnLst>
                  <a:rect l="l" t="t" r="r" b="b"/>
                  <a:pathLst>
                    <a:path w="1008748" h="770562">
                      <a:moveTo>
                        <a:pt x="1880" y="452063"/>
                      </a:moveTo>
                      <a:cubicBezTo>
                        <a:pt x="-3257" y="441789"/>
                        <a:pt x="2780" y="415425"/>
                        <a:pt x="12155" y="400692"/>
                      </a:cubicBezTo>
                      <a:cubicBezTo>
                        <a:pt x="27756" y="376176"/>
                        <a:pt x="57679" y="363226"/>
                        <a:pt x="73799" y="339047"/>
                      </a:cubicBezTo>
                      <a:cubicBezTo>
                        <a:pt x="107782" y="288075"/>
                        <a:pt x="85615" y="316959"/>
                        <a:pt x="145719" y="256854"/>
                      </a:cubicBezTo>
                      <a:cubicBezTo>
                        <a:pt x="184200" y="218372"/>
                        <a:pt x="162756" y="230626"/>
                        <a:pt x="207364" y="215757"/>
                      </a:cubicBezTo>
                      <a:cubicBezTo>
                        <a:pt x="229542" y="182491"/>
                        <a:pt x="222858" y="183955"/>
                        <a:pt x="258734" y="164386"/>
                      </a:cubicBezTo>
                      <a:cubicBezTo>
                        <a:pt x="285625" y="149718"/>
                        <a:pt x="340928" y="123290"/>
                        <a:pt x="340928" y="123290"/>
                      </a:cubicBezTo>
                      <a:cubicBezTo>
                        <a:pt x="420008" y="44209"/>
                        <a:pt x="360357" y="88545"/>
                        <a:pt x="423121" y="61645"/>
                      </a:cubicBezTo>
                      <a:cubicBezTo>
                        <a:pt x="437198" y="55612"/>
                        <a:pt x="449359" y="44811"/>
                        <a:pt x="464217" y="41096"/>
                      </a:cubicBezTo>
                      <a:cubicBezTo>
                        <a:pt x="491004" y="34399"/>
                        <a:pt x="519013" y="34247"/>
                        <a:pt x="546411" y="30822"/>
                      </a:cubicBezTo>
                      <a:cubicBezTo>
                        <a:pt x="556685" y="27397"/>
                        <a:pt x="566614" y="22672"/>
                        <a:pt x="577233" y="20548"/>
                      </a:cubicBezTo>
                      <a:cubicBezTo>
                        <a:pt x="600979" y="15799"/>
                        <a:pt x="625217" y="13956"/>
                        <a:pt x="649152" y="10274"/>
                      </a:cubicBezTo>
                      <a:cubicBezTo>
                        <a:pt x="669742" y="7106"/>
                        <a:pt x="690249" y="3425"/>
                        <a:pt x="710797" y="0"/>
                      </a:cubicBezTo>
                      <a:cubicBezTo>
                        <a:pt x="731345" y="3425"/>
                        <a:pt x="753810" y="958"/>
                        <a:pt x="772442" y="10274"/>
                      </a:cubicBezTo>
                      <a:cubicBezTo>
                        <a:pt x="814280" y="31193"/>
                        <a:pt x="837949" y="100193"/>
                        <a:pt x="854635" y="133564"/>
                      </a:cubicBezTo>
                      <a:cubicBezTo>
                        <a:pt x="869338" y="162970"/>
                        <a:pt x="877899" y="175247"/>
                        <a:pt x="885458" y="205483"/>
                      </a:cubicBezTo>
                      <a:cubicBezTo>
                        <a:pt x="889693" y="222424"/>
                        <a:pt x="891137" y="240007"/>
                        <a:pt x="895732" y="256854"/>
                      </a:cubicBezTo>
                      <a:cubicBezTo>
                        <a:pt x="901431" y="277751"/>
                        <a:pt x="910581" y="297602"/>
                        <a:pt x="916280" y="318499"/>
                      </a:cubicBezTo>
                      <a:cubicBezTo>
                        <a:pt x="920875" y="335346"/>
                        <a:pt x="921537" y="353144"/>
                        <a:pt x="926555" y="369870"/>
                      </a:cubicBezTo>
                      <a:cubicBezTo>
                        <a:pt x="947940" y="441153"/>
                        <a:pt x="939383" y="400238"/>
                        <a:pt x="967651" y="452063"/>
                      </a:cubicBezTo>
                      <a:cubicBezTo>
                        <a:pt x="982319" y="478954"/>
                        <a:pt x="1008748" y="534256"/>
                        <a:pt x="1008748" y="534256"/>
                      </a:cubicBezTo>
                      <a:cubicBezTo>
                        <a:pt x="1005323" y="561654"/>
                        <a:pt x="1010045" y="591379"/>
                        <a:pt x="998474" y="616449"/>
                      </a:cubicBezTo>
                      <a:cubicBezTo>
                        <a:pt x="988326" y="638437"/>
                        <a:pt x="967252" y="654387"/>
                        <a:pt x="947103" y="667820"/>
                      </a:cubicBezTo>
                      <a:cubicBezTo>
                        <a:pt x="923653" y="683453"/>
                        <a:pt x="875956" y="718934"/>
                        <a:pt x="844361" y="729465"/>
                      </a:cubicBezTo>
                      <a:cubicBezTo>
                        <a:pt x="827794" y="734987"/>
                        <a:pt x="810006" y="735812"/>
                        <a:pt x="792990" y="739739"/>
                      </a:cubicBezTo>
                      <a:cubicBezTo>
                        <a:pt x="645363" y="773806"/>
                        <a:pt x="767208" y="756526"/>
                        <a:pt x="556685" y="770562"/>
                      </a:cubicBezTo>
                      <a:cubicBezTo>
                        <a:pt x="474492" y="767137"/>
                        <a:pt x="391961" y="768473"/>
                        <a:pt x="310105" y="760287"/>
                      </a:cubicBezTo>
                      <a:cubicBezTo>
                        <a:pt x="288553" y="758132"/>
                        <a:pt x="267833" y="749425"/>
                        <a:pt x="248460" y="739739"/>
                      </a:cubicBezTo>
                      <a:cubicBezTo>
                        <a:pt x="226371" y="728695"/>
                        <a:pt x="186815" y="698643"/>
                        <a:pt x="186815" y="698643"/>
                      </a:cubicBezTo>
                      <a:cubicBezTo>
                        <a:pt x="176541" y="681519"/>
                        <a:pt x="166577" y="664206"/>
                        <a:pt x="155993" y="647272"/>
                      </a:cubicBezTo>
                      <a:cubicBezTo>
                        <a:pt x="149448" y="636801"/>
                        <a:pt x="141571" y="627170"/>
                        <a:pt x="135444" y="616449"/>
                      </a:cubicBezTo>
                      <a:cubicBezTo>
                        <a:pt x="127845" y="603151"/>
                        <a:pt x="122495" y="588651"/>
                        <a:pt x="114896" y="575353"/>
                      </a:cubicBezTo>
                      <a:cubicBezTo>
                        <a:pt x="108770" y="564632"/>
                        <a:pt x="99870" y="555575"/>
                        <a:pt x="94348" y="544530"/>
                      </a:cubicBezTo>
                      <a:cubicBezTo>
                        <a:pt x="89505" y="534844"/>
                        <a:pt x="89646" y="522994"/>
                        <a:pt x="84074" y="513708"/>
                      </a:cubicBezTo>
                      <a:cubicBezTo>
                        <a:pt x="79090" y="505402"/>
                        <a:pt x="69576" y="500723"/>
                        <a:pt x="63525" y="493159"/>
                      </a:cubicBezTo>
                      <a:cubicBezTo>
                        <a:pt x="55811" y="483517"/>
                        <a:pt x="53251" y="469186"/>
                        <a:pt x="42977" y="462337"/>
                      </a:cubicBezTo>
                      <a:cubicBezTo>
                        <a:pt x="26320" y="451232"/>
                        <a:pt x="7017" y="462337"/>
                        <a:pt x="1880" y="45206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cxnSp>
              <p:nvCxnSpPr>
                <p:cNvPr id="306" name="Straight Connector 305">
                  <a:extLst>
                    <a:ext uri="{FF2B5EF4-FFF2-40B4-BE49-F238E27FC236}">
                      <a16:creationId xmlns:a16="http://schemas.microsoft.com/office/drawing/2014/main" id="{DFDD833C-6473-B2A8-04E8-2E615041BD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997801" y="5382997"/>
                  <a:ext cx="189934" cy="430029"/>
                </a:xfrm>
                <a:prstGeom prst="line">
                  <a:avLst/>
                </a:prstGeom>
                <a:ln w="117475">
                  <a:solidFill>
                    <a:srgbClr val="FF0000">
                      <a:alpha val="67000"/>
                    </a:srgb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7" name="Straight Arrow Connector 306">
                  <a:extLst>
                    <a:ext uri="{FF2B5EF4-FFF2-40B4-BE49-F238E27FC236}">
                      <a16:creationId xmlns:a16="http://schemas.microsoft.com/office/drawing/2014/main" id="{04A3B533-734A-6086-A61D-24A3013308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55992" y="5550843"/>
                  <a:ext cx="67476" cy="121672"/>
                </a:xfrm>
                <a:prstGeom prst="straightConnector1">
                  <a:avLst/>
                </a:prstGeom>
                <a:ln w="50800">
                  <a:solidFill>
                    <a:srgbClr val="FF0000">
                      <a:alpha val="78000"/>
                    </a:srgbClr>
                  </a:solidFill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08" name="Group 307">
                  <a:extLst>
                    <a:ext uri="{FF2B5EF4-FFF2-40B4-BE49-F238E27FC236}">
                      <a16:creationId xmlns:a16="http://schemas.microsoft.com/office/drawing/2014/main" id="{20CF497E-64EE-991A-408B-3D11E1CFD3C0}"/>
                    </a:ext>
                  </a:extLst>
                </p:cNvPr>
                <p:cNvGrpSpPr/>
                <p:nvPr/>
              </p:nvGrpSpPr>
              <p:grpSpPr>
                <a:xfrm rot="11479848">
                  <a:off x="1970799" y="4304185"/>
                  <a:ext cx="704712" cy="710602"/>
                  <a:chOff x="2928001" y="2397360"/>
                  <a:chExt cx="603921" cy="1322495"/>
                </a:xfrm>
              </p:grpSpPr>
              <p:cxnSp>
                <p:nvCxnSpPr>
                  <p:cNvPr id="309" name="Straight Connector 308">
                    <a:extLst>
                      <a:ext uri="{FF2B5EF4-FFF2-40B4-BE49-F238E27FC236}">
                        <a16:creationId xmlns:a16="http://schemas.microsoft.com/office/drawing/2014/main" id="{50A99785-1918-2D44-A49B-19A484DC639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120152" flipH="1" flipV="1">
                    <a:off x="2928001" y="2397360"/>
                    <a:ext cx="603921" cy="1322495"/>
                  </a:xfrm>
                  <a:prstGeom prst="line">
                    <a:avLst/>
                  </a:prstGeom>
                  <a:ln w="34925">
                    <a:solidFill>
                      <a:srgbClr val="FF0000">
                        <a:alpha val="59000"/>
                      </a:srgb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0" name="Straight Arrow Connector 309">
                    <a:extLst>
                      <a:ext uri="{FF2B5EF4-FFF2-40B4-BE49-F238E27FC236}">
                        <a16:creationId xmlns:a16="http://schemas.microsoft.com/office/drawing/2014/main" id="{160A817A-E9A3-EC49-BF6B-148EC42A233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120152" flipH="1" flipV="1">
                    <a:off x="3171549" y="2931614"/>
                    <a:ext cx="133623" cy="281970"/>
                  </a:xfrm>
                  <a:prstGeom prst="straightConnector1">
                    <a:avLst/>
                  </a:prstGeom>
                  <a:ln w="34925">
                    <a:solidFill>
                      <a:srgbClr val="FF0000">
                        <a:alpha val="59000"/>
                      </a:srgbClr>
                    </a:solidFill>
                    <a:tailEnd type="stealth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11" name="Group 310">
                  <a:extLst>
                    <a:ext uri="{FF2B5EF4-FFF2-40B4-BE49-F238E27FC236}">
                      <a16:creationId xmlns:a16="http://schemas.microsoft.com/office/drawing/2014/main" id="{A159AB71-D8A1-7747-AB5B-7B89DCF5ACC6}"/>
                    </a:ext>
                  </a:extLst>
                </p:cNvPr>
                <p:cNvGrpSpPr/>
                <p:nvPr/>
              </p:nvGrpSpPr>
              <p:grpSpPr>
                <a:xfrm rot="11479848">
                  <a:off x="2590416" y="5957003"/>
                  <a:ext cx="548342" cy="45719"/>
                  <a:chOff x="2880699" y="2547871"/>
                  <a:chExt cx="705161" cy="1030255"/>
                </a:xfrm>
              </p:grpSpPr>
              <p:cxnSp>
                <p:nvCxnSpPr>
                  <p:cNvPr id="312" name="Straight Connector 311">
                    <a:extLst>
                      <a:ext uri="{FF2B5EF4-FFF2-40B4-BE49-F238E27FC236}">
                        <a16:creationId xmlns:a16="http://schemas.microsoft.com/office/drawing/2014/main" id="{17A244C5-4738-6EB9-738D-AD8A96FAFFD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80699" y="2547871"/>
                    <a:ext cx="705161" cy="1030255"/>
                  </a:xfrm>
                  <a:prstGeom prst="line">
                    <a:avLst/>
                  </a:prstGeom>
                  <a:ln w="9525">
                    <a:solidFill>
                      <a:srgbClr val="FF0000">
                        <a:alpha val="59000"/>
                      </a:srgb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3" name="Straight Arrow Connector 312">
                    <a:extLst>
                      <a:ext uri="{FF2B5EF4-FFF2-40B4-BE49-F238E27FC236}">
                        <a16:creationId xmlns:a16="http://schemas.microsoft.com/office/drawing/2014/main" id="{C8AE0311-7286-059B-F405-B82ED6D8CA6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H="1" flipV="1">
                    <a:off x="3160537" y="2974042"/>
                    <a:ext cx="155870" cy="207792"/>
                  </a:xfrm>
                  <a:prstGeom prst="straightConnector1">
                    <a:avLst/>
                  </a:prstGeom>
                  <a:ln w="9525">
                    <a:solidFill>
                      <a:srgbClr val="FF0000">
                        <a:alpha val="59000"/>
                      </a:srgbClr>
                    </a:solidFill>
                    <a:tailEnd type="stealth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14" name="Group 313">
                  <a:extLst>
                    <a:ext uri="{FF2B5EF4-FFF2-40B4-BE49-F238E27FC236}">
                      <a16:creationId xmlns:a16="http://schemas.microsoft.com/office/drawing/2014/main" id="{2520F6A6-69F7-BE02-BEC6-F5442CE1683F}"/>
                    </a:ext>
                  </a:extLst>
                </p:cNvPr>
                <p:cNvGrpSpPr/>
                <p:nvPr/>
              </p:nvGrpSpPr>
              <p:grpSpPr>
                <a:xfrm rot="12808754">
                  <a:off x="1716926" y="4433834"/>
                  <a:ext cx="675302" cy="682403"/>
                  <a:chOff x="2880699" y="2547871"/>
                  <a:chExt cx="705161" cy="1030255"/>
                </a:xfrm>
              </p:grpSpPr>
              <p:cxnSp>
                <p:nvCxnSpPr>
                  <p:cNvPr id="315" name="Straight Connector 314">
                    <a:extLst>
                      <a:ext uri="{FF2B5EF4-FFF2-40B4-BE49-F238E27FC236}">
                        <a16:creationId xmlns:a16="http://schemas.microsoft.com/office/drawing/2014/main" id="{43CE61A4-4DE2-A379-0436-B08B9E97A4B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80699" y="2547871"/>
                    <a:ext cx="705161" cy="1030255"/>
                  </a:xfrm>
                  <a:prstGeom prst="line">
                    <a:avLst/>
                  </a:prstGeom>
                  <a:ln w="101600">
                    <a:solidFill>
                      <a:srgbClr val="FF0000">
                        <a:alpha val="51000"/>
                      </a:srgb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6" name="Straight Arrow Connector 315">
                    <a:extLst>
                      <a:ext uri="{FF2B5EF4-FFF2-40B4-BE49-F238E27FC236}">
                        <a16:creationId xmlns:a16="http://schemas.microsoft.com/office/drawing/2014/main" id="{F9AF5C1D-1262-B5CB-E589-B9B3E2BF971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96374" y="3015662"/>
                    <a:ext cx="168990" cy="222974"/>
                  </a:xfrm>
                  <a:prstGeom prst="straightConnector1">
                    <a:avLst/>
                  </a:prstGeom>
                  <a:ln w="60325">
                    <a:solidFill>
                      <a:srgbClr val="FF0000">
                        <a:alpha val="51000"/>
                      </a:srgbClr>
                    </a:solidFill>
                    <a:tailEnd type="stealth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17" name="Group 316">
                  <a:extLst>
                    <a:ext uri="{FF2B5EF4-FFF2-40B4-BE49-F238E27FC236}">
                      <a16:creationId xmlns:a16="http://schemas.microsoft.com/office/drawing/2014/main" id="{8AAAFB16-535B-6598-EA99-D9F0AD41380F}"/>
                    </a:ext>
                  </a:extLst>
                </p:cNvPr>
                <p:cNvGrpSpPr/>
                <p:nvPr/>
              </p:nvGrpSpPr>
              <p:grpSpPr>
                <a:xfrm rot="11479848" flipH="1">
                  <a:off x="1704086" y="4302259"/>
                  <a:ext cx="201556" cy="724373"/>
                  <a:chOff x="2880699" y="2547871"/>
                  <a:chExt cx="705161" cy="1030255"/>
                </a:xfrm>
              </p:grpSpPr>
              <p:cxnSp>
                <p:nvCxnSpPr>
                  <p:cNvPr id="318" name="Straight Connector 317">
                    <a:extLst>
                      <a:ext uri="{FF2B5EF4-FFF2-40B4-BE49-F238E27FC236}">
                        <a16:creationId xmlns:a16="http://schemas.microsoft.com/office/drawing/2014/main" id="{CB7B7343-EA7F-B441-597C-31778835C3A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80699" y="2547871"/>
                    <a:ext cx="705161" cy="1030255"/>
                  </a:xfrm>
                  <a:prstGeom prst="line">
                    <a:avLst/>
                  </a:prstGeom>
                  <a:ln w="6350">
                    <a:solidFill>
                      <a:srgbClr val="FF0000">
                        <a:alpha val="59000"/>
                      </a:srgb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9" name="Straight Arrow Connector 318">
                    <a:extLst>
                      <a:ext uri="{FF2B5EF4-FFF2-40B4-BE49-F238E27FC236}">
                        <a16:creationId xmlns:a16="http://schemas.microsoft.com/office/drawing/2014/main" id="{059DCA20-D6C5-0E54-879A-4F815AACA77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H="1" flipV="1">
                    <a:off x="3160537" y="2974042"/>
                    <a:ext cx="155870" cy="207792"/>
                  </a:xfrm>
                  <a:prstGeom prst="straightConnector1">
                    <a:avLst/>
                  </a:prstGeom>
                  <a:ln w="6350">
                    <a:solidFill>
                      <a:srgbClr val="FF0000">
                        <a:alpha val="59000"/>
                      </a:srgbClr>
                    </a:solidFill>
                    <a:tailEnd type="stealth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20" name="Group 319">
                  <a:extLst>
                    <a:ext uri="{FF2B5EF4-FFF2-40B4-BE49-F238E27FC236}">
                      <a16:creationId xmlns:a16="http://schemas.microsoft.com/office/drawing/2014/main" id="{50339BEC-82F6-C072-D401-5744AD86A061}"/>
                    </a:ext>
                  </a:extLst>
                </p:cNvPr>
                <p:cNvGrpSpPr/>
                <p:nvPr/>
              </p:nvGrpSpPr>
              <p:grpSpPr>
                <a:xfrm rot="13111393">
                  <a:off x="1835829" y="5226539"/>
                  <a:ext cx="292945" cy="900797"/>
                  <a:chOff x="2880699" y="2547871"/>
                  <a:chExt cx="705161" cy="1030255"/>
                </a:xfrm>
              </p:grpSpPr>
              <p:cxnSp>
                <p:nvCxnSpPr>
                  <p:cNvPr id="321" name="Straight Connector 320">
                    <a:extLst>
                      <a:ext uri="{FF2B5EF4-FFF2-40B4-BE49-F238E27FC236}">
                        <a16:creationId xmlns:a16="http://schemas.microsoft.com/office/drawing/2014/main" id="{4BF093E1-94A7-6381-8D2A-3F0C6CEFA95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80699" y="2547871"/>
                    <a:ext cx="705161" cy="1030255"/>
                  </a:xfrm>
                  <a:prstGeom prst="line">
                    <a:avLst/>
                  </a:prstGeom>
                  <a:ln w="25400">
                    <a:solidFill>
                      <a:srgbClr val="FF0000">
                        <a:alpha val="57000"/>
                      </a:srgb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2" name="Straight Arrow Connector 321">
                    <a:extLst>
                      <a:ext uri="{FF2B5EF4-FFF2-40B4-BE49-F238E27FC236}">
                        <a16:creationId xmlns:a16="http://schemas.microsoft.com/office/drawing/2014/main" id="{3EB2FB50-DA7D-EBD3-548A-B83A66D9C2A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H="1" flipV="1">
                    <a:off x="3160537" y="2974042"/>
                    <a:ext cx="155870" cy="207792"/>
                  </a:xfrm>
                  <a:prstGeom prst="straightConnector1">
                    <a:avLst/>
                  </a:prstGeom>
                  <a:ln w="25400">
                    <a:solidFill>
                      <a:srgbClr val="FF0000">
                        <a:alpha val="57000"/>
                      </a:srgbClr>
                    </a:solidFill>
                    <a:tailEnd type="stealth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26" name="Group 325">
                  <a:extLst>
                    <a:ext uri="{FF2B5EF4-FFF2-40B4-BE49-F238E27FC236}">
                      <a16:creationId xmlns:a16="http://schemas.microsoft.com/office/drawing/2014/main" id="{1432BA54-763D-D8E8-D98C-A2F1FC84732B}"/>
                    </a:ext>
                  </a:extLst>
                </p:cNvPr>
                <p:cNvGrpSpPr/>
                <p:nvPr/>
              </p:nvGrpSpPr>
              <p:grpSpPr>
                <a:xfrm rot="11479848">
                  <a:off x="1575156" y="5005180"/>
                  <a:ext cx="45719" cy="561241"/>
                  <a:chOff x="2880699" y="2547871"/>
                  <a:chExt cx="705161" cy="1030255"/>
                </a:xfrm>
              </p:grpSpPr>
              <p:cxnSp>
                <p:nvCxnSpPr>
                  <p:cNvPr id="327" name="Straight Connector 326">
                    <a:extLst>
                      <a:ext uri="{FF2B5EF4-FFF2-40B4-BE49-F238E27FC236}">
                        <a16:creationId xmlns:a16="http://schemas.microsoft.com/office/drawing/2014/main" id="{6D549BDE-3127-14F0-7A07-5C9BB02C1CC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80699" y="2547871"/>
                    <a:ext cx="705161" cy="1030255"/>
                  </a:xfrm>
                  <a:prstGeom prst="line">
                    <a:avLst/>
                  </a:prstGeom>
                  <a:ln w="6350">
                    <a:solidFill>
                      <a:srgbClr val="FF0000">
                        <a:alpha val="59000"/>
                      </a:srgb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8" name="Straight Arrow Connector 327">
                    <a:extLst>
                      <a:ext uri="{FF2B5EF4-FFF2-40B4-BE49-F238E27FC236}">
                        <a16:creationId xmlns:a16="http://schemas.microsoft.com/office/drawing/2014/main" id="{65CB05F0-B090-A36F-F760-0EC557F15BD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 flipH="1" flipV="1">
                    <a:off x="3160537" y="2974042"/>
                    <a:ext cx="155870" cy="207792"/>
                  </a:xfrm>
                  <a:prstGeom prst="straightConnector1">
                    <a:avLst/>
                  </a:prstGeom>
                  <a:ln w="6350">
                    <a:solidFill>
                      <a:srgbClr val="FF0000">
                        <a:alpha val="59000"/>
                      </a:srgbClr>
                    </a:solidFill>
                    <a:tailEnd type="stealth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29" name="Straight Connector 328">
                  <a:extLst>
                    <a:ext uri="{FF2B5EF4-FFF2-40B4-BE49-F238E27FC236}">
                      <a16:creationId xmlns:a16="http://schemas.microsoft.com/office/drawing/2014/main" id="{FF885E77-BE2D-AD0C-D712-3E8FA2CE9745}"/>
                    </a:ext>
                  </a:extLst>
                </p:cNvPr>
                <p:cNvCxnSpPr>
                  <a:cxnSpLocks/>
                  <a:endCxn id="340" idx="2"/>
                </p:cNvCxnSpPr>
                <p:nvPr/>
              </p:nvCxnSpPr>
              <p:spPr>
                <a:xfrm flipV="1">
                  <a:off x="1523046" y="2447437"/>
                  <a:ext cx="1565319" cy="190038"/>
                </a:xfrm>
                <a:prstGeom prst="line">
                  <a:avLst/>
                </a:prstGeom>
                <a:ln w="50800">
                  <a:solidFill>
                    <a:srgbClr val="FFC000">
                      <a:alpha val="84000"/>
                    </a:srgb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0" name="Straight Connector 329">
                  <a:extLst>
                    <a:ext uri="{FF2B5EF4-FFF2-40B4-BE49-F238E27FC236}">
                      <a16:creationId xmlns:a16="http://schemas.microsoft.com/office/drawing/2014/main" id="{833BA7AF-2F73-8BAD-3BB8-3133C217FF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0388" y="4261466"/>
                  <a:ext cx="1557020" cy="69209"/>
                </a:xfrm>
                <a:prstGeom prst="line">
                  <a:avLst/>
                </a:prstGeom>
                <a:ln w="114300">
                  <a:solidFill>
                    <a:srgbClr val="FFC000">
                      <a:alpha val="78000"/>
                    </a:srgb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31" name="Flowchart: Magnetic Disk 330">
                  <a:extLst>
                    <a:ext uri="{FF2B5EF4-FFF2-40B4-BE49-F238E27FC236}">
                      <a16:creationId xmlns:a16="http://schemas.microsoft.com/office/drawing/2014/main" id="{4F4033C9-26F8-0708-2053-1A72D6FC41E8}"/>
                    </a:ext>
                  </a:extLst>
                </p:cNvPr>
                <p:cNvSpPr/>
                <p:nvPr/>
              </p:nvSpPr>
              <p:spPr>
                <a:xfrm>
                  <a:off x="114509" y="4085056"/>
                  <a:ext cx="631759" cy="380077"/>
                </a:xfrm>
                <a:prstGeom prst="flowChartMagneticDisk">
                  <a:avLst/>
                </a:prstGeom>
                <a:solidFill>
                  <a:schemeClr val="tx2">
                    <a:lumMod val="50000"/>
                    <a:lumOff val="5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1200" dirty="0">
                      <a:latin typeface="Palatino Linotype" panose="02040502050505030304" pitchFamily="18" charset="0"/>
                    </a:rPr>
                    <a:t>EISB</a:t>
                  </a:r>
                </a:p>
              </p:txBody>
            </p:sp>
            <p:cxnSp>
              <p:nvCxnSpPr>
                <p:cNvPr id="332" name="Straight Connector 331">
                  <a:extLst>
                    <a:ext uri="{FF2B5EF4-FFF2-40B4-BE49-F238E27FC236}">
                      <a16:creationId xmlns:a16="http://schemas.microsoft.com/office/drawing/2014/main" id="{FBAC5657-4D49-4DD6-0F76-D5E272A9B0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75597" y="4846474"/>
                  <a:ext cx="1673584" cy="529760"/>
                </a:xfrm>
                <a:prstGeom prst="line">
                  <a:avLst/>
                </a:prstGeom>
                <a:ln w="117475">
                  <a:solidFill>
                    <a:srgbClr val="FFC000">
                      <a:alpha val="76000"/>
                    </a:srgb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33" name="Flowchart: Magnetic Disk 332">
                  <a:extLst>
                    <a:ext uri="{FF2B5EF4-FFF2-40B4-BE49-F238E27FC236}">
                      <a16:creationId xmlns:a16="http://schemas.microsoft.com/office/drawing/2014/main" id="{D5AB18DD-3878-2EE0-7283-C3F50198AEB1}"/>
                    </a:ext>
                  </a:extLst>
                </p:cNvPr>
                <p:cNvSpPr/>
                <p:nvPr/>
              </p:nvSpPr>
              <p:spPr>
                <a:xfrm>
                  <a:off x="4617875" y="4566626"/>
                  <a:ext cx="631759" cy="380077"/>
                </a:xfrm>
                <a:prstGeom prst="flowChartMagneticDisk">
                  <a:avLst/>
                </a:prstGeom>
                <a:solidFill>
                  <a:schemeClr val="tx2">
                    <a:lumMod val="50000"/>
                    <a:lumOff val="5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1200" dirty="0">
                      <a:latin typeface="Palatino Linotype" panose="02040502050505030304" pitchFamily="18" charset="0"/>
                    </a:rPr>
                    <a:t>SNS</a:t>
                  </a:r>
                </a:p>
              </p:txBody>
            </p:sp>
            <p:sp>
              <p:nvSpPr>
                <p:cNvPr id="334" name="TextBox 333">
                  <a:extLst>
                    <a:ext uri="{FF2B5EF4-FFF2-40B4-BE49-F238E27FC236}">
                      <a16:creationId xmlns:a16="http://schemas.microsoft.com/office/drawing/2014/main" id="{0EB4F950-E620-5334-43BB-8443F8FC9C68}"/>
                    </a:ext>
                  </a:extLst>
                </p:cNvPr>
                <p:cNvSpPr txBox="1"/>
                <p:nvPr/>
              </p:nvSpPr>
              <p:spPr>
                <a:xfrm rot="20471977">
                  <a:off x="3665145" y="5108152"/>
                  <a:ext cx="1254257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100" dirty="0">
                      <a:solidFill>
                        <a:srgbClr val="002060"/>
                      </a:solidFill>
                      <a:latin typeface="Palatino Linotype" panose="02040502050505030304" pitchFamily="18" charset="0"/>
                    </a:rPr>
                    <a:t>38 Mt CO</a:t>
                  </a:r>
                  <a:r>
                    <a:rPr lang="en-GB" sz="700" dirty="0">
                      <a:solidFill>
                        <a:srgbClr val="002060"/>
                      </a:solidFill>
                      <a:latin typeface="Palatino Linotype" panose="02040502050505030304" pitchFamily="18" charset="0"/>
                    </a:rPr>
                    <a:t>2</a:t>
                  </a:r>
                  <a:r>
                    <a:rPr lang="en-GB" sz="1100" dirty="0">
                      <a:solidFill>
                        <a:srgbClr val="002060"/>
                      </a:solidFill>
                      <a:latin typeface="Palatino Linotype" panose="02040502050505030304" pitchFamily="18" charset="0"/>
                    </a:rPr>
                    <a:t>eq</a:t>
                  </a:r>
                </a:p>
              </p:txBody>
            </p:sp>
            <p:cxnSp>
              <p:nvCxnSpPr>
                <p:cNvPr id="335" name="Straight Arrow Connector 334">
                  <a:extLst>
                    <a:ext uri="{FF2B5EF4-FFF2-40B4-BE49-F238E27FC236}">
                      <a16:creationId xmlns:a16="http://schemas.microsoft.com/office/drawing/2014/main" id="{D50FFCAE-45C6-AA66-C500-CA1A3D6B5C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050100" y="5052646"/>
                  <a:ext cx="152776" cy="53614"/>
                </a:xfrm>
                <a:prstGeom prst="straightConnector1">
                  <a:avLst/>
                </a:prstGeom>
                <a:ln w="60325">
                  <a:solidFill>
                    <a:srgbClr val="FFC000"/>
                  </a:solidFill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6" name="Straight Arrow Connector 335">
                  <a:extLst>
                    <a:ext uri="{FF2B5EF4-FFF2-40B4-BE49-F238E27FC236}">
                      <a16:creationId xmlns:a16="http://schemas.microsoft.com/office/drawing/2014/main" id="{3033D5B7-8D12-FF29-00C6-63DB80A106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208898" y="4296070"/>
                  <a:ext cx="153966" cy="0"/>
                </a:xfrm>
                <a:prstGeom prst="straightConnector1">
                  <a:avLst/>
                </a:prstGeom>
                <a:ln w="63500">
                  <a:solidFill>
                    <a:srgbClr val="FFC000"/>
                  </a:solidFill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37" name="TextBox 336">
                  <a:extLst>
                    <a:ext uri="{FF2B5EF4-FFF2-40B4-BE49-F238E27FC236}">
                      <a16:creationId xmlns:a16="http://schemas.microsoft.com/office/drawing/2014/main" id="{E83A4F6D-32E3-E63E-9D18-B7BFCCB62254}"/>
                    </a:ext>
                  </a:extLst>
                </p:cNvPr>
                <p:cNvSpPr txBox="1"/>
                <p:nvPr/>
              </p:nvSpPr>
              <p:spPr>
                <a:xfrm rot="170199">
                  <a:off x="789219" y="4348706"/>
                  <a:ext cx="1254257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100" dirty="0">
                      <a:solidFill>
                        <a:srgbClr val="002060"/>
                      </a:solidFill>
                      <a:latin typeface="Palatino Linotype" panose="02040502050505030304" pitchFamily="18" charset="0"/>
                    </a:rPr>
                    <a:t>39 Mt CO</a:t>
                  </a:r>
                  <a:r>
                    <a:rPr lang="en-GB" sz="700" dirty="0">
                      <a:solidFill>
                        <a:srgbClr val="002060"/>
                      </a:solidFill>
                      <a:latin typeface="Palatino Linotype" panose="02040502050505030304" pitchFamily="18" charset="0"/>
                    </a:rPr>
                    <a:t>2</a:t>
                  </a:r>
                  <a:r>
                    <a:rPr lang="en-GB" sz="1100" dirty="0">
                      <a:solidFill>
                        <a:srgbClr val="002060"/>
                      </a:solidFill>
                      <a:latin typeface="Palatino Linotype" panose="02040502050505030304" pitchFamily="18" charset="0"/>
                    </a:rPr>
                    <a:t>eq</a:t>
                  </a:r>
                </a:p>
              </p:txBody>
            </p:sp>
            <p:cxnSp>
              <p:nvCxnSpPr>
                <p:cNvPr id="338" name="Straight Arrow Connector 337">
                  <a:extLst>
                    <a:ext uri="{FF2B5EF4-FFF2-40B4-BE49-F238E27FC236}">
                      <a16:creationId xmlns:a16="http://schemas.microsoft.com/office/drawing/2014/main" id="{B1185D50-150F-8954-B70B-43951F70FF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425819" y="2497050"/>
                  <a:ext cx="93687" cy="25412"/>
                </a:xfrm>
                <a:prstGeom prst="straightConnector1">
                  <a:avLst/>
                </a:prstGeom>
                <a:ln w="50800">
                  <a:solidFill>
                    <a:srgbClr val="FFC000"/>
                  </a:solidFill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39" name="TextBox 338">
                  <a:extLst>
                    <a:ext uri="{FF2B5EF4-FFF2-40B4-BE49-F238E27FC236}">
                      <a16:creationId xmlns:a16="http://schemas.microsoft.com/office/drawing/2014/main" id="{EEB2F3E3-94C4-68D1-F40D-B22B936726DA}"/>
                    </a:ext>
                  </a:extLst>
                </p:cNvPr>
                <p:cNvSpPr txBox="1"/>
                <p:nvPr/>
              </p:nvSpPr>
              <p:spPr>
                <a:xfrm rot="21131587">
                  <a:off x="2048295" y="2591166"/>
                  <a:ext cx="101831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050" dirty="0">
                      <a:solidFill>
                        <a:srgbClr val="002060"/>
                      </a:solidFill>
                      <a:latin typeface="Palatino Linotype" panose="02040502050505030304" pitchFamily="18" charset="0"/>
                    </a:rPr>
                    <a:t>5 Mt CO</a:t>
                  </a:r>
                  <a:r>
                    <a:rPr lang="en-GB" sz="600" dirty="0">
                      <a:solidFill>
                        <a:srgbClr val="002060"/>
                      </a:solidFill>
                      <a:latin typeface="Palatino Linotype" panose="02040502050505030304" pitchFamily="18" charset="0"/>
                    </a:rPr>
                    <a:t>2</a:t>
                  </a:r>
                  <a:r>
                    <a:rPr lang="en-GB" sz="1050" dirty="0">
                      <a:solidFill>
                        <a:srgbClr val="002060"/>
                      </a:solidFill>
                      <a:latin typeface="Palatino Linotype" panose="02040502050505030304" pitchFamily="18" charset="0"/>
                    </a:rPr>
                    <a:t>eq</a:t>
                  </a:r>
                </a:p>
              </p:txBody>
            </p:sp>
            <p:sp>
              <p:nvSpPr>
                <p:cNvPr id="340" name="Flowchart: Magnetic Disk 339">
                  <a:extLst>
                    <a:ext uri="{FF2B5EF4-FFF2-40B4-BE49-F238E27FC236}">
                      <a16:creationId xmlns:a16="http://schemas.microsoft.com/office/drawing/2014/main" id="{B8DB06FE-FCE9-23A5-7BD5-686EBC7B6C43}"/>
                    </a:ext>
                  </a:extLst>
                </p:cNvPr>
                <p:cNvSpPr/>
                <p:nvPr/>
              </p:nvSpPr>
              <p:spPr>
                <a:xfrm>
                  <a:off x="3088365" y="2257398"/>
                  <a:ext cx="631759" cy="380077"/>
                </a:xfrm>
                <a:prstGeom prst="flowChartMagneticDisk">
                  <a:avLst/>
                </a:prstGeom>
                <a:solidFill>
                  <a:schemeClr val="tx2">
                    <a:lumMod val="50000"/>
                    <a:lumOff val="5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1200" dirty="0">
                      <a:latin typeface="Palatino Linotype" panose="02040502050505030304" pitchFamily="18" charset="0"/>
                    </a:rPr>
                    <a:t>NNS</a:t>
                  </a:r>
                </a:p>
              </p:txBody>
            </p:sp>
            <p:cxnSp>
              <p:nvCxnSpPr>
                <p:cNvPr id="341" name="Straight Connector 340">
                  <a:extLst>
                    <a:ext uri="{FF2B5EF4-FFF2-40B4-BE49-F238E27FC236}">
                      <a16:creationId xmlns:a16="http://schemas.microsoft.com/office/drawing/2014/main" id="{373034EE-A4DD-4972-3E47-5894806D35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75512" y="5006158"/>
                  <a:ext cx="482901" cy="379974"/>
                </a:xfrm>
                <a:prstGeom prst="line">
                  <a:avLst/>
                </a:prstGeom>
                <a:ln w="63500">
                  <a:solidFill>
                    <a:srgbClr val="FF0000">
                      <a:alpha val="49000"/>
                    </a:srgb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2" name="Straight Arrow Connector 341">
                  <a:extLst>
                    <a:ext uri="{FF2B5EF4-FFF2-40B4-BE49-F238E27FC236}">
                      <a16:creationId xmlns:a16="http://schemas.microsoft.com/office/drawing/2014/main" id="{64E33DCB-E503-D5DB-F575-C718FF9D58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44895" y="5213915"/>
                  <a:ext cx="62405" cy="45029"/>
                </a:xfrm>
                <a:prstGeom prst="straightConnector1">
                  <a:avLst/>
                </a:prstGeom>
                <a:ln w="41275">
                  <a:solidFill>
                    <a:srgbClr val="FF0000">
                      <a:alpha val="49000"/>
                    </a:srgbClr>
                  </a:solidFill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4" name="Straight Connector 343">
                  <a:extLst>
                    <a:ext uri="{FF2B5EF4-FFF2-40B4-BE49-F238E27FC236}">
                      <a16:creationId xmlns:a16="http://schemas.microsoft.com/office/drawing/2014/main" id="{7738AD9D-5311-80DE-7321-C169E418D5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402134" y="5106260"/>
                  <a:ext cx="420733" cy="590462"/>
                </a:xfrm>
                <a:prstGeom prst="line">
                  <a:avLst/>
                </a:prstGeom>
                <a:ln w="44450">
                  <a:solidFill>
                    <a:srgbClr val="FF0000">
                      <a:alpha val="57000"/>
                    </a:srgb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8" name="Straight Arrow Connector 347">
                  <a:extLst>
                    <a:ext uri="{FF2B5EF4-FFF2-40B4-BE49-F238E27FC236}">
                      <a16:creationId xmlns:a16="http://schemas.microsoft.com/office/drawing/2014/main" id="{173FCA22-0C8E-BE5C-FAAD-9874A017CC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560628" y="5376234"/>
                  <a:ext cx="139032" cy="138753"/>
                </a:xfrm>
                <a:prstGeom prst="straightConnector1">
                  <a:avLst/>
                </a:prstGeom>
                <a:ln w="41275">
                  <a:solidFill>
                    <a:srgbClr val="FF0000">
                      <a:alpha val="57000"/>
                    </a:srgbClr>
                  </a:solidFill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0" name="Straight Connector 349">
                  <a:extLst>
                    <a:ext uri="{FF2B5EF4-FFF2-40B4-BE49-F238E27FC236}">
                      <a16:creationId xmlns:a16="http://schemas.microsoft.com/office/drawing/2014/main" id="{EE5EC5A1-C421-7A70-61B2-E652F8F7B7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704942" y="560340"/>
                  <a:ext cx="612805" cy="0"/>
                </a:xfrm>
                <a:prstGeom prst="line">
                  <a:avLst/>
                </a:prstGeom>
                <a:ln w="177800">
                  <a:solidFill>
                    <a:srgbClr val="FF0000">
                      <a:alpha val="67000"/>
                    </a:srgb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52" name="TextBox 351">
                  <a:extLst>
                    <a:ext uri="{FF2B5EF4-FFF2-40B4-BE49-F238E27FC236}">
                      <a16:creationId xmlns:a16="http://schemas.microsoft.com/office/drawing/2014/main" id="{FAA42C65-3846-C7F9-5E03-A931F1411681}"/>
                    </a:ext>
                  </a:extLst>
                </p:cNvPr>
                <p:cNvSpPr txBox="1"/>
                <p:nvPr/>
              </p:nvSpPr>
              <p:spPr>
                <a:xfrm>
                  <a:off x="11317747" y="404946"/>
                  <a:ext cx="145443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>
                      <a:latin typeface="Palatino Linotype" panose="02040502050505030304" pitchFamily="18" charset="0"/>
                    </a:rPr>
                    <a:t>&gt; 10</a:t>
                  </a:r>
                  <a:endParaRPr lang="en-GB" sz="1400" dirty="0">
                    <a:latin typeface="Palatino Linotype" panose="02040502050505030304" pitchFamily="18" charset="0"/>
                  </a:endParaRPr>
                </a:p>
              </p:txBody>
            </p:sp>
          </p:grpSp>
          <p:sp>
            <p:nvSpPr>
              <p:cNvPr id="356" name="TextBox 355">
                <a:extLst>
                  <a:ext uri="{FF2B5EF4-FFF2-40B4-BE49-F238E27FC236}">
                    <a16:creationId xmlns:a16="http://schemas.microsoft.com/office/drawing/2014/main" id="{CF422899-7F28-B376-1B8B-8630F8763832}"/>
                  </a:ext>
                </a:extLst>
              </p:cNvPr>
              <p:cNvSpPr txBox="1"/>
              <p:nvPr/>
            </p:nvSpPr>
            <p:spPr>
              <a:xfrm>
                <a:off x="0" y="7144"/>
                <a:ext cx="5500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</a:t>
                </a:r>
              </a:p>
            </p:txBody>
          </p:sp>
          <p:sp>
            <p:nvSpPr>
              <p:cNvPr id="358" name="TextBox 357">
                <a:extLst>
                  <a:ext uri="{FF2B5EF4-FFF2-40B4-BE49-F238E27FC236}">
                    <a16:creationId xmlns:a16="http://schemas.microsoft.com/office/drawing/2014/main" id="{1D03CAFA-8CFE-17EB-3B87-0F0614121701}"/>
                  </a:ext>
                </a:extLst>
              </p:cNvPr>
              <p:cNvSpPr txBox="1"/>
              <p:nvPr/>
            </p:nvSpPr>
            <p:spPr>
              <a:xfrm>
                <a:off x="6549083" y="38059"/>
                <a:ext cx="5500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b</a:t>
                </a:r>
              </a:p>
            </p:txBody>
          </p:sp>
        </p:grp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A577E90-1FD7-7385-E48E-3F125D3886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9064" y="3574867"/>
              <a:ext cx="274003" cy="560091"/>
            </a:xfrm>
            <a:prstGeom prst="line">
              <a:avLst/>
            </a:prstGeom>
            <a:ln w="123825">
              <a:solidFill>
                <a:srgbClr val="FF0000">
                  <a:alpha val="51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995E27B-885D-D05A-087B-24B386E8D7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91207" y="3815036"/>
              <a:ext cx="90933" cy="192741"/>
            </a:xfrm>
            <a:prstGeom prst="straightConnector1">
              <a:avLst/>
            </a:prstGeom>
            <a:ln w="73025">
              <a:solidFill>
                <a:srgbClr val="FF0000">
                  <a:alpha val="55000"/>
                </a:srgbClr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09264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39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Palatino Linotype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Hemmati</dc:creator>
  <cp:lastModifiedBy>Mohammad Hemmati</cp:lastModifiedBy>
  <cp:revision>1</cp:revision>
  <dcterms:created xsi:type="dcterms:W3CDTF">2026-06-28T22:52:26Z</dcterms:created>
  <dcterms:modified xsi:type="dcterms:W3CDTF">2026-10-11T01:10:15Z</dcterms:modified>
</cp:coreProperties>
</file>