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25936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88" d="100"/>
          <a:sy n="88" d="100"/>
        </p:scale>
        <p:origin x="374" y="-40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undo custSel modSld modMainMaster">
      <pc:chgData name="Mohammad Hemmati" userId="5e4c8864-b60e-4c33-9ab5-79becc45a124" providerId="ADAL" clId="{0AA367D0-20A9-4589-BF11-3BD43FA0EB4A}" dt="2026-08-06T19:12:49.330" v="281" actId="1076"/>
      <pc:docMkLst>
        <pc:docMk/>
      </pc:docMkLst>
      <pc:sldChg chg="addSp delSp modSp mod">
        <pc:chgData name="Mohammad Hemmati" userId="5e4c8864-b60e-4c33-9ab5-79becc45a124" providerId="ADAL" clId="{0AA367D0-20A9-4589-BF11-3BD43FA0EB4A}" dt="2026-08-06T19:12:49.330" v="281" actId="1076"/>
        <pc:sldMkLst>
          <pc:docMk/>
          <pc:sldMk cId="1880104765" sldId="256"/>
        </pc:sldMkLst>
        <pc:picChg chg="add mod">
          <ac:chgData name="Mohammad Hemmati" userId="5e4c8864-b60e-4c33-9ab5-79becc45a124" providerId="ADAL" clId="{0AA367D0-20A9-4589-BF11-3BD43FA0EB4A}" dt="2026-08-06T19:12:49.330" v="281" actId="1076"/>
          <ac:picMkLst>
            <pc:docMk/>
            <pc:sldMk cId="1880104765" sldId="256"/>
            <ac:picMk id="3" creationId="{13CB27C9-1D00-1301-FB35-7054062DE7C8}"/>
          </ac:picMkLst>
        </pc:picChg>
        <pc:picChg chg="add del mod">
          <ac:chgData name="Mohammad Hemmati" userId="5e4c8864-b60e-4c33-9ab5-79becc45a124" providerId="ADAL" clId="{0AA367D0-20A9-4589-BF11-3BD43FA0EB4A}" dt="2026-08-06T19:12:32.267" v="277" actId="21"/>
          <ac:picMkLst>
            <pc:docMk/>
            <pc:sldMk cId="1880104765" sldId="256"/>
            <ac:picMk id="6" creationId="{D0BD7FC0-56B9-9C9B-F82E-D01CD1FFF96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244714"/>
            <a:ext cx="10363200" cy="9029771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622708"/>
            <a:ext cx="9144000" cy="6262000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312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961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6466140"/>
            <a:ext cx="10515600" cy="1078889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7357100"/>
            <a:ext cx="10515600" cy="567362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449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904412"/>
            <a:ext cx="5181600" cy="16456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904412"/>
            <a:ext cx="5181600" cy="16456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953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80888"/>
            <a:ext cx="10515600" cy="50132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6358065"/>
            <a:ext cx="5157787" cy="31159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9474055"/>
            <a:ext cx="5157787" cy="139349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6358065"/>
            <a:ext cx="5183188" cy="31159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9474055"/>
            <a:ext cx="5183188" cy="139349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973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77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622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729105"/>
            <a:ext cx="3932237" cy="6051868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734392"/>
            <a:ext cx="6172200" cy="1843177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7780973"/>
            <a:ext cx="3932237" cy="14415214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006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729105"/>
            <a:ext cx="3932237" cy="6051868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734392"/>
            <a:ext cx="6172200" cy="18431779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7780973"/>
            <a:ext cx="3932237" cy="14415214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485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884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380883"/>
            <a:ext cx="2628900" cy="219800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380883"/>
            <a:ext cx="7734300" cy="2198004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837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80888"/>
            <a:ext cx="10515600" cy="5013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904412"/>
            <a:ext cx="10515600" cy="16456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4039368"/>
            <a:ext cx="2743200" cy="13808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41182-A486-4297-AA7A-A42E898F5035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4039368"/>
            <a:ext cx="4114800" cy="13808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4039368"/>
            <a:ext cx="2743200" cy="13808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285E3-16CF-4B73-A2F8-C7C89A571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88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0A6837D-C5D7-5320-67CE-4F877424C011}"/>
              </a:ext>
            </a:extLst>
          </p:cNvPr>
          <p:cNvGrpSpPr/>
          <p:nvPr/>
        </p:nvGrpSpPr>
        <p:grpSpPr>
          <a:xfrm>
            <a:off x="225778" y="155925"/>
            <a:ext cx="11783075" cy="25868671"/>
            <a:chOff x="225778" y="155925"/>
            <a:chExt cx="11783075" cy="2586867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BA490D0-B8B6-7F15-C3DA-A4FAD9444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778" y="155925"/>
              <a:ext cx="11783075" cy="626816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C7E7578-7015-3971-DCCD-69632C664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865" y="12905075"/>
              <a:ext cx="11128270" cy="653797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671D366-11D2-5DFB-3B0C-907D2FFF1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3577" y="19431759"/>
              <a:ext cx="11164846" cy="6592837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3CB27C9-1D00-1301-FB35-7054062DE7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99" y="6913106"/>
            <a:ext cx="11207036" cy="560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0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2026-06-07T21:32:48Z</dcterms:created>
  <dcterms:modified xsi:type="dcterms:W3CDTF">2026-08-06T19:12:50Z</dcterms:modified>
</cp:coreProperties>
</file>