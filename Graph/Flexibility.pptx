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248570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0" d="100"/>
          <a:sy n="60" d="100"/>
        </p:scale>
        <p:origin x="1430" y="-2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custSel modSld">
      <pc:chgData name="Mohammad Hemmati" userId="5e4c8864-b60e-4c33-9ab5-79becc45a124" providerId="ADAL" clId="{0AA367D0-20A9-4589-BF11-3BD43FA0EB4A}" dt="2026-08-06T19:13:52.441" v="45" actId="14100"/>
      <pc:docMkLst>
        <pc:docMk/>
      </pc:docMkLst>
      <pc:sldChg chg="addSp delSp modSp mod">
        <pc:chgData name="Mohammad Hemmati" userId="5e4c8864-b60e-4c33-9ab5-79becc45a124" providerId="ADAL" clId="{0AA367D0-20A9-4589-BF11-3BD43FA0EB4A}" dt="2026-08-06T19:13:52.441" v="45" actId="14100"/>
        <pc:sldMkLst>
          <pc:docMk/>
          <pc:sldMk cId="1880104765" sldId="256"/>
        </pc:sldMkLst>
        <pc:grpChg chg="del">
          <ac:chgData name="Mohammad Hemmati" userId="5e4c8864-b60e-4c33-9ab5-79becc45a124" providerId="ADAL" clId="{0AA367D0-20A9-4589-BF11-3BD43FA0EB4A}" dt="2026-08-06T19:12:59.424" v="0" actId="478"/>
          <ac:grpSpMkLst>
            <pc:docMk/>
            <pc:sldMk cId="1880104765" sldId="256"/>
            <ac:grpSpMk id="15" creationId="{405938C2-092E-DA1C-2D64-322D2D8A808B}"/>
          </ac:grpSpMkLst>
        </pc:grpChg>
        <pc:picChg chg="add mod">
          <ac:chgData name="Mohammad Hemmati" userId="5e4c8864-b60e-4c33-9ab5-79becc45a124" providerId="ADAL" clId="{0AA367D0-20A9-4589-BF11-3BD43FA0EB4A}" dt="2026-08-06T19:13:52.441" v="45" actId="14100"/>
          <ac:picMkLst>
            <pc:docMk/>
            <pc:sldMk cId="1880104765" sldId="256"/>
            <ac:picMk id="3" creationId="{2F1B9A5C-1365-40E9-3EC5-23D352A9F3BB}"/>
          </ac:picMkLst>
        </pc:picChg>
        <pc:picChg chg="mod">
          <ac:chgData name="Mohammad Hemmati" userId="5e4c8864-b60e-4c33-9ab5-79becc45a124" providerId="ADAL" clId="{0AA367D0-20A9-4589-BF11-3BD43FA0EB4A}" dt="2026-08-06T19:13:33.919" v="37" actId="1035"/>
          <ac:picMkLst>
            <pc:docMk/>
            <pc:sldMk cId="1880104765" sldId="256"/>
            <ac:picMk id="5" creationId="{FF608326-2482-CEC8-91B2-C32C62548B83}"/>
          </ac:picMkLst>
        </pc:picChg>
        <pc:picChg chg="mod">
          <ac:chgData name="Mohammad Hemmati" userId="5e4c8864-b60e-4c33-9ab5-79becc45a124" providerId="ADAL" clId="{0AA367D0-20A9-4589-BF11-3BD43FA0EB4A}" dt="2026-08-06T19:13:37.199" v="43" actId="1036"/>
          <ac:picMkLst>
            <pc:docMk/>
            <pc:sldMk cId="1880104765" sldId="256"/>
            <ac:picMk id="7" creationId="{688647A7-55D7-6BBD-B68B-D5F2B34CEAD9}"/>
          </ac:picMkLst>
        </pc:picChg>
        <pc:picChg chg="del">
          <ac:chgData name="Mohammad Hemmati" userId="5e4c8864-b60e-4c33-9ab5-79becc45a124" providerId="ADAL" clId="{0AA367D0-20A9-4589-BF11-3BD43FA0EB4A}" dt="2026-08-06T19:12:59.424" v="0" actId="478"/>
          <ac:picMkLst>
            <pc:docMk/>
            <pc:sldMk cId="1880104765" sldId="256"/>
            <ac:picMk id="14" creationId="{156532C6-B1CD-6BAA-B618-BE8D0A68B1A9}"/>
          </ac:picMkLst>
        </pc:picChg>
        <pc:picChg chg="mod">
          <ac:chgData name="Mohammad Hemmati" userId="5e4c8864-b60e-4c33-9ab5-79becc45a124" providerId="ADAL" clId="{0AA367D0-20A9-4589-BF11-3BD43FA0EB4A}" dt="2026-08-06T19:13:16.765" v="6" actId="1035"/>
          <ac:picMkLst>
            <pc:docMk/>
            <pc:sldMk cId="1880104765" sldId="256"/>
            <ac:picMk id="17" creationId="{F024B54A-791C-CAAE-6D7B-7DC7FBED917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068046"/>
            <a:ext cx="10363200" cy="8653945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055720"/>
            <a:ext cx="9144000" cy="6001371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689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38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6197014"/>
            <a:ext cx="10515600" cy="1033985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6634684"/>
            <a:ext cx="10515600" cy="5437483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020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617045"/>
            <a:ext cx="5181600" cy="15771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617045"/>
            <a:ext cx="5181600" cy="15771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147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23415"/>
            <a:ext cx="10515600" cy="48045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6093437"/>
            <a:ext cx="5157787" cy="29863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9079737"/>
            <a:ext cx="5157787" cy="13354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6093437"/>
            <a:ext cx="5183188" cy="29863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9079737"/>
            <a:ext cx="5183188" cy="13354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3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22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707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657138"/>
            <a:ext cx="3932237" cy="579998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578964"/>
            <a:ext cx="6172200" cy="17664634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7457122"/>
            <a:ext cx="3932237" cy="1381524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054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657138"/>
            <a:ext cx="3932237" cy="579998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578964"/>
            <a:ext cx="6172200" cy="17664634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7457122"/>
            <a:ext cx="3932237" cy="1381524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89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72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323409"/>
            <a:ext cx="2628900" cy="210652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323409"/>
            <a:ext cx="7734300" cy="210652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559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23415"/>
            <a:ext cx="10515600" cy="4804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617045"/>
            <a:ext cx="10515600" cy="15771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3038831"/>
            <a:ext cx="2743200" cy="1323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3038831"/>
            <a:ext cx="4114800" cy="1323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3038831"/>
            <a:ext cx="2743200" cy="1323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628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891081C-D785-C4C6-3FB7-8812D06C0E42}"/>
              </a:ext>
            </a:extLst>
          </p:cNvPr>
          <p:cNvGrpSpPr/>
          <p:nvPr/>
        </p:nvGrpSpPr>
        <p:grpSpPr>
          <a:xfrm>
            <a:off x="47013" y="-73102"/>
            <a:ext cx="11988867" cy="24973985"/>
            <a:chOff x="47013" y="-73102"/>
            <a:chExt cx="11988867" cy="2497398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743DAD7-05A6-71CD-A044-042C3D3AEEE0}"/>
                </a:ext>
              </a:extLst>
            </p:cNvPr>
            <p:cNvGrpSpPr/>
            <p:nvPr/>
          </p:nvGrpSpPr>
          <p:grpSpPr>
            <a:xfrm>
              <a:off x="610084" y="12230344"/>
              <a:ext cx="10994134" cy="12670539"/>
              <a:chOff x="598933" y="12219193"/>
              <a:chExt cx="10994134" cy="12670539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F608326-2482-CEC8-91B2-C32C62548B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8933" y="18488919"/>
                <a:ext cx="10972822" cy="6400813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88647A7-55D7-6BBD-B68B-D5F2B34CE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0245" y="12219193"/>
                <a:ext cx="10972822" cy="6400813"/>
              </a:xfrm>
              <a:prstGeom prst="rect">
                <a:avLst/>
              </a:prstGeom>
            </p:spPr>
          </p:pic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024B54A-791C-CAAE-6D7B-7DC7FBED9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13" y="-73102"/>
              <a:ext cx="11988867" cy="6519973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F1B9A5C-1365-40E9-3EC5-23D352A9F3B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4" y="6480884"/>
            <a:ext cx="11475473" cy="594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0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2026-06-07T21:32:48Z</dcterms:created>
  <dcterms:modified xsi:type="dcterms:W3CDTF">2026-08-06T19:13:52Z</dcterms:modified>
</cp:coreProperties>
</file>