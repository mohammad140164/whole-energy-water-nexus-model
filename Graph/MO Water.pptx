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12192000" cy="10458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B9F2F6-7B2E-4CDA-A356-3187388C9DCC}" v="4" dt="2026-06-02T19:56:29.3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54" d="100"/>
          <a:sy n="54" d="100"/>
        </p:scale>
        <p:origin x="1690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Hemmati" userId="5e4c8864-b60e-4c33-9ab5-79becc45a124" providerId="ADAL" clId="{0AA367D0-20A9-4589-BF11-3BD43FA0EB4A}"/>
    <pc:docChg chg="undo custSel modSld">
      <pc:chgData name="Mohammad Hemmati" userId="5e4c8864-b60e-4c33-9ab5-79becc45a124" providerId="ADAL" clId="{0AA367D0-20A9-4589-BF11-3BD43FA0EB4A}" dt="2026-06-02T19:57:37.881" v="159" actId="1076"/>
      <pc:docMkLst>
        <pc:docMk/>
      </pc:docMkLst>
      <pc:sldChg chg="addSp delSp modSp mod">
        <pc:chgData name="Mohammad Hemmati" userId="5e4c8864-b60e-4c33-9ab5-79becc45a124" providerId="ADAL" clId="{0AA367D0-20A9-4589-BF11-3BD43FA0EB4A}" dt="2026-06-02T19:57:37.881" v="159" actId="1076"/>
        <pc:sldMkLst>
          <pc:docMk/>
          <pc:sldMk cId="766738579" sldId="256"/>
        </pc:sldMkLst>
        <pc:spChg chg="mod topLvl">
          <ac:chgData name="Mohammad Hemmati" userId="5e4c8864-b60e-4c33-9ab5-79becc45a124" providerId="ADAL" clId="{0AA367D0-20A9-4589-BF11-3BD43FA0EB4A}" dt="2026-06-02T19:56:00.259" v="118" actId="165"/>
          <ac:spMkLst>
            <pc:docMk/>
            <pc:sldMk cId="766738579" sldId="256"/>
            <ac:spMk id="49" creationId="{9FD23DB3-AC76-C5D4-C7FA-EC5F8DFAEC47}"/>
          </ac:spMkLst>
        </pc:spChg>
        <pc:spChg chg="mod topLvl">
          <ac:chgData name="Mohammad Hemmati" userId="5e4c8864-b60e-4c33-9ab5-79becc45a124" providerId="ADAL" clId="{0AA367D0-20A9-4589-BF11-3BD43FA0EB4A}" dt="2026-06-02T19:56:00.259" v="118" actId="165"/>
          <ac:spMkLst>
            <pc:docMk/>
            <pc:sldMk cId="766738579" sldId="256"/>
            <ac:spMk id="50" creationId="{B6DBE963-9CDB-408F-9441-2EF66E87B876}"/>
          </ac:spMkLst>
        </pc:spChg>
        <pc:grpChg chg="mod">
          <ac:chgData name="Mohammad Hemmati" userId="5e4c8864-b60e-4c33-9ab5-79becc45a124" providerId="ADAL" clId="{0AA367D0-20A9-4589-BF11-3BD43FA0EB4A}" dt="2026-06-02T19:53:44.329" v="16" actId="1076"/>
          <ac:grpSpMkLst>
            <pc:docMk/>
            <pc:sldMk cId="766738579" sldId="256"/>
            <ac:grpSpMk id="51" creationId="{5FD3CA9B-0F67-4109-5173-4A32BDA84C2F}"/>
          </ac:grpSpMkLst>
        </pc:grpChg>
        <pc:picChg chg="add mod ord">
          <ac:chgData name="Mohammad Hemmati" userId="5e4c8864-b60e-4c33-9ab5-79becc45a124" providerId="ADAL" clId="{0AA367D0-20A9-4589-BF11-3BD43FA0EB4A}" dt="2026-06-02T19:53:38.474" v="13" actId="167"/>
          <ac:picMkLst>
            <pc:docMk/>
            <pc:sldMk cId="766738579" sldId="256"/>
            <ac:picMk id="3" creationId="{D882DEF8-BE04-5B2D-D1CF-066A3E9AA8C4}"/>
          </ac:picMkLst>
        </pc:picChg>
        <pc:picChg chg="add mod">
          <ac:chgData name="Mohammad Hemmati" userId="5e4c8864-b60e-4c33-9ab5-79becc45a124" providerId="ADAL" clId="{0AA367D0-20A9-4589-BF11-3BD43FA0EB4A}" dt="2026-06-02T19:53:27.459" v="12"/>
          <ac:picMkLst>
            <pc:docMk/>
            <pc:sldMk cId="766738579" sldId="256"/>
            <ac:picMk id="4" creationId="{06DC155E-F8C9-D145-5013-BA0F7D51B13B}"/>
          </ac:picMkLst>
        </pc:picChg>
        <pc:picChg chg="add del mod">
          <ac:chgData name="Mohammad Hemmati" userId="5e4c8864-b60e-4c33-9ab5-79becc45a124" providerId="ADAL" clId="{0AA367D0-20A9-4589-BF11-3BD43FA0EB4A}" dt="2026-06-02T19:56:34.786" v="121" actId="478"/>
          <ac:picMkLst>
            <pc:docMk/>
            <pc:sldMk cId="766738579" sldId="256"/>
            <ac:picMk id="5" creationId="{C1C78974-17C8-2C4A-71F8-B1E56A91C6B0}"/>
          </ac:picMkLst>
        </pc:picChg>
        <pc:picChg chg="del">
          <ac:chgData name="Mohammad Hemmati" userId="5e4c8864-b60e-4c33-9ab5-79becc45a124" providerId="ADAL" clId="{0AA367D0-20A9-4589-BF11-3BD43FA0EB4A}" dt="2026-06-02T19:52:51.909" v="6" actId="478"/>
          <ac:picMkLst>
            <pc:docMk/>
            <pc:sldMk cId="766738579" sldId="256"/>
            <ac:picMk id="9" creationId="{8F2F5132-BA22-959C-81AA-3F87E943066E}"/>
          </ac:picMkLst>
        </pc:picChg>
        <pc:picChg chg="mod">
          <ac:chgData name="Mohammad Hemmati" userId="5e4c8864-b60e-4c33-9ab5-79becc45a124" providerId="ADAL" clId="{0AA367D0-20A9-4589-BF11-3BD43FA0EB4A}" dt="2026-06-02T19:57:15.741" v="140" actId="1036"/>
          <ac:picMkLst>
            <pc:docMk/>
            <pc:sldMk cId="766738579" sldId="256"/>
            <ac:picMk id="18" creationId="{B1DC5B67-C534-4377-3EB3-C433AE0273E2}"/>
          </ac:picMkLst>
        </pc:picChg>
        <pc:picChg chg="mod">
          <ac:chgData name="Mohammad Hemmati" userId="5e4c8864-b60e-4c33-9ab5-79becc45a124" providerId="ADAL" clId="{0AA367D0-20A9-4589-BF11-3BD43FA0EB4A}" dt="2026-06-02T19:57:25.888" v="155" actId="1036"/>
          <ac:picMkLst>
            <pc:docMk/>
            <pc:sldMk cId="766738579" sldId="256"/>
            <ac:picMk id="20" creationId="{AF31F585-0546-3C94-129E-D6810B8D37DC}"/>
          </ac:picMkLst>
        </pc:picChg>
        <pc:picChg chg="mod">
          <ac:chgData name="Mohammad Hemmati" userId="5e4c8864-b60e-4c33-9ab5-79becc45a124" providerId="ADAL" clId="{0AA367D0-20A9-4589-BF11-3BD43FA0EB4A}" dt="2026-06-02T19:57:06.501" v="133" actId="1076"/>
          <ac:picMkLst>
            <pc:docMk/>
            <pc:sldMk cId="766738579" sldId="256"/>
            <ac:picMk id="22" creationId="{039D2D3C-75FB-D643-84C6-50C8163E8F21}"/>
          </ac:picMkLst>
        </pc:picChg>
        <pc:picChg chg="mod">
          <ac:chgData name="Mohammad Hemmati" userId="5e4c8864-b60e-4c33-9ab5-79becc45a124" providerId="ADAL" clId="{0AA367D0-20A9-4589-BF11-3BD43FA0EB4A}" dt="2026-06-02T19:56:49.874" v="129" actId="1038"/>
          <ac:picMkLst>
            <pc:docMk/>
            <pc:sldMk cId="766738579" sldId="256"/>
            <ac:picMk id="24" creationId="{DFEDE0C9-DD38-71AA-C522-4F9F6DC9DAB1}"/>
          </ac:picMkLst>
        </pc:picChg>
        <pc:picChg chg="mod">
          <ac:chgData name="Mohammad Hemmati" userId="5e4c8864-b60e-4c33-9ab5-79becc45a124" providerId="ADAL" clId="{0AA367D0-20A9-4589-BF11-3BD43FA0EB4A}" dt="2026-06-02T19:56:54.701" v="130" actId="14100"/>
          <ac:picMkLst>
            <pc:docMk/>
            <pc:sldMk cId="766738579" sldId="256"/>
            <ac:picMk id="26" creationId="{79A199E8-B850-8993-265C-DD8D6EFA0AA7}"/>
          </ac:picMkLst>
        </pc:picChg>
        <pc:picChg chg="mod">
          <ac:chgData name="Mohammad Hemmati" userId="5e4c8864-b60e-4c33-9ab5-79becc45a124" providerId="ADAL" clId="{0AA367D0-20A9-4589-BF11-3BD43FA0EB4A}" dt="2026-06-02T19:57:37.881" v="159" actId="1076"/>
          <ac:picMkLst>
            <pc:docMk/>
            <pc:sldMk cId="766738579" sldId="256"/>
            <ac:picMk id="30" creationId="{27F9F592-7D7C-63C9-F8CA-1DE1D1D34F51}"/>
          </ac:picMkLst>
        </pc:picChg>
        <pc:picChg chg="mod">
          <ac:chgData name="Mohammad Hemmati" userId="5e4c8864-b60e-4c33-9ab5-79becc45a124" providerId="ADAL" clId="{0AA367D0-20A9-4589-BF11-3BD43FA0EB4A}" dt="2026-06-02T19:57:31.578" v="157" actId="1076"/>
          <ac:picMkLst>
            <pc:docMk/>
            <pc:sldMk cId="766738579" sldId="256"/>
            <ac:picMk id="32" creationId="{6440F458-2E79-B003-5691-B669113B56EB}"/>
          </ac:picMkLst>
        </pc:picChg>
        <pc:picChg chg="del">
          <ac:chgData name="Mohammad Hemmati" userId="5e4c8864-b60e-4c33-9ab5-79becc45a124" providerId="ADAL" clId="{0AA367D0-20A9-4589-BF11-3BD43FA0EB4A}" dt="2026-06-02T19:48:32.681" v="0" actId="478"/>
          <ac:picMkLst>
            <pc:docMk/>
            <pc:sldMk cId="766738579" sldId="256"/>
            <ac:picMk id="35" creationId="{A6827837-4D42-8C87-6584-96AD8B662D8C}"/>
          </ac:picMkLst>
        </pc:picChg>
        <pc:picChg chg="mod topLvl">
          <ac:chgData name="Mohammad Hemmati" userId="5e4c8864-b60e-4c33-9ab5-79becc45a124" providerId="ADAL" clId="{0AA367D0-20A9-4589-BF11-3BD43FA0EB4A}" dt="2026-06-02T19:56:00.259" v="118" actId="165"/>
          <ac:picMkLst>
            <pc:docMk/>
            <pc:sldMk cId="766738579" sldId="256"/>
            <ac:picMk id="41" creationId="{6085C6B4-AF0A-384D-44F2-0052862925B6}"/>
          </ac:picMkLst>
        </pc:picChg>
        <pc:picChg chg="mod topLvl">
          <ac:chgData name="Mohammad Hemmati" userId="5e4c8864-b60e-4c33-9ab5-79becc45a124" providerId="ADAL" clId="{0AA367D0-20A9-4589-BF11-3BD43FA0EB4A}" dt="2026-06-02T19:56:00.259" v="118" actId="165"/>
          <ac:picMkLst>
            <pc:docMk/>
            <pc:sldMk cId="766738579" sldId="256"/>
            <ac:picMk id="44" creationId="{DD3C6C81-F341-3BDF-04FB-2A40ACCA5317}"/>
          </ac:picMkLst>
        </pc:picChg>
        <pc:picChg chg="mod">
          <ac:chgData name="Mohammad Hemmati" userId="5e4c8864-b60e-4c33-9ab5-79becc45a124" providerId="ADAL" clId="{0AA367D0-20A9-4589-BF11-3BD43FA0EB4A}" dt="2026-06-02T19:53:57.697" v="90" actId="1038"/>
          <ac:picMkLst>
            <pc:docMk/>
            <pc:sldMk cId="766738579" sldId="256"/>
            <ac:picMk id="48" creationId="{801BD650-F228-CE09-C7FA-DE58D3E12DB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2DEBB0-AB07-40CA-98E2-8DAFDAD3FE7A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30363" y="1143000"/>
            <a:ext cx="35972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F0DB1-9D7F-4B18-A72C-E61F6BDEBA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9786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30363" y="1143000"/>
            <a:ext cx="35972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F0DB1-9D7F-4B18-A72C-E61F6BDEBA2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874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11604"/>
            <a:ext cx="10363200" cy="3641090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493108"/>
            <a:ext cx="9144000" cy="252503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928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469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607353"/>
            <a:ext cx="10515600" cy="4350424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998933"/>
            <a:ext cx="10515600" cy="228778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7440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784078"/>
            <a:ext cx="5181600" cy="6635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784078"/>
            <a:ext cx="5181600" cy="6635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76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56818"/>
            <a:ext cx="10515600" cy="20214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563773"/>
            <a:ext cx="5157787" cy="125646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820239"/>
            <a:ext cx="5157787" cy="561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563773"/>
            <a:ext cx="5183188" cy="125646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820239"/>
            <a:ext cx="5183188" cy="561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8580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999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510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97230"/>
            <a:ext cx="3932237" cy="244030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505825"/>
            <a:ext cx="6172200" cy="7432278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37535"/>
            <a:ext cx="3932237" cy="581267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357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97230"/>
            <a:ext cx="3932237" cy="244030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505825"/>
            <a:ext cx="6172200" cy="7432278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37535"/>
            <a:ext cx="3932237" cy="581267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0943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729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556816"/>
            <a:ext cx="2628900" cy="88630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556816"/>
            <a:ext cx="7734300" cy="88630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063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56818"/>
            <a:ext cx="10515600" cy="2021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784078"/>
            <a:ext cx="10515600" cy="6635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9693436"/>
            <a:ext cx="2743200" cy="556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9693436"/>
            <a:ext cx="4114800" cy="556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9693436"/>
            <a:ext cx="2743200" cy="556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75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82DEF8-BE04-5B2D-D1CF-066A3E9AA8C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8225" y="3590464"/>
            <a:ext cx="12532659" cy="6800850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5AC1E5DB-724D-0C81-8C5C-8203C48C863E}"/>
              </a:ext>
            </a:extLst>
          </p:cNvPr>
          <p:cNvGrpSpPr/>
          <p:nvPr/>
        </p:nvGrpSpPr>
        <p:grpSpPr>
          <a:xfrm>
            <a:off x="723321" y="1368183"/>
            <a:ext cx="11313824" cy="8416335"/>
            <a:chOff x="679220" y="-596512"/>
            <a:chExt cx="12844972" cy="1028240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1DC5B67-C534-4377-3EB3-C433AE0273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8190" y="5003103"/>
              <a:ext cx="2209552" cy="4017368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F31F585-0546-3C94-129E-D6810B8D3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8306" y="4437079"/>
              <a:ext cx="2209552" cy="4017368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39D2D3C-75FB-D643-84C6-50C8163E8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90973" y="5332970"/>
              <a:ext cx="2209552" cy="4017367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FEDE0C9-DD38-71AA-C522-4F9F6DC9DA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85400" y="5615362"/>
              <a:ext cx="2238792" cy="407053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79A199E8-B850-8993-265C-DD8D6EFA0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38187" y="5609502"/>
              <a:ext cx="2209552" cy="4017368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27F9F592-7D7C-63C9-F8CA-1DE1D1D34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9220" y="-596512"/>
              <a:ext cx="2209551" cy="4017366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6440F458-2E79-B003-5691-B669113B56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23764" y="2852886"/>
              <a:ext cx="2209551" cy="4017366"/>
            </a:xfrm>
            <a:prstGeom prst="rect">
              <a:avLst/>
            </a:prstGeom>
          </p:spPr>
        </p:pic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6085C6B4-AF0A-384D-44F2-0052862925B6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564" y="341451"/>
            <a:ext cx="3351538" cy="335153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D3C6C81-F341-3BDF-04FB-2A40ACCA5317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457" y="403413"/>
            <a:ext cx="3351538" cy="335153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01BD650-F228-CE09-C7FA-DE58D3E12D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3212" y="67136"/>
            <a:ext cx="5464013" cy="152413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9FD23DB3-AC76-C5D4-C7FA-EC5F8DFAEC47}"/>
              </a:ext>
            </a:extLst>
          </p:cNvPr>
          <p:cNvSpPr txBox="1"/>
          <p:nvPr/>
        </p:nvSpPr>
        <p:spPr>
          <a:xfrm>
            <a:off x="9060624" y="3744566"/>
            <a:ext cx="2709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Palatino Linotype" panose="02040502050505030304" pitchFamily="18" charset="0"/>
              </a:rPr>
              <a:t>Level of Hydrogen adoption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6DBE963-9CDB-408F-9441-2EF66E87B876}"/>
              </a:ext>
            </a:extLst>
          </p:cNvPr>
          <p:cNvSpPr txBox="1"/>
          <p:nvPr/>
        </p:nvSpPr>
        <p:spPr>
          <a:xfrm>
            <a:off x="5111542" y="3756246"/>
            <a:ext cx="2709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Palatino Linotype" panose="02040502050505030304" pitchFamily="18" charset="0"/>
              </a:rPr>
              <a:t>Level of Electrification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DC155E-F8C9-D145-5013-BA0F7D51B13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0156644"/>
            <a:ext cx="12192000" cy="24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738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265</TotalTime>
  <Words>8</Words>
  <Application>Microsoft Office PowerPoint</Application>
  <PresentationFormat>Custom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Palatino Linotype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Hemmati</dc:creator>
  <cp:lastModifiedBy>Mohammad Hemmati</cp:lastModifiedBy>
  <cp:revision>1</cp:revision>
  <dcterms:created xsi:type="dcterms:W3CDTF">2026-06-02T10:52:28Z</dcterms:created>
  <dcterms:modified xsi:type="dcterms:W3CDTF">2026-06-02T19:57:38Z</dcterms:modified>
</cp:coreProperties>
</file>