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"/>
  </p:notesMasterIdLst>
  <p:sldIdLst>
    <p:sldId id="256" r:id="rId2"/>
  </p:sldIdLst>
  <p:sldSz cx="12192000" cy="10458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0DF2F7-FBE1-43F6-A9A0-715E0CC22307}" v="6" dt="2026-06-02T19:45:47.364"/>
    <p1510:client id="{C155C4A2-2918-4FA7-B4C8-C496858A97E3}" v="12" dt="2026-06-02T20:03:46.6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57" d="100"/>
          <a:sy n="57" d="100"/>
        </p:scale>
        <p:origin x="15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Hemmati" userId="5e4c8864-b60e-4c33-9ab5-79becc45a124" providerId="ADAL" clId="{0AA367D0-20A9-4589-BF11-3BD43FA0EB4A}"/>
    <pc:docChg chg="undo custSel modSld">
      <pc:chgData name="Mohammad Hemmati" userId="5e4c8864-b60e-4c33-9ab5-79becc45a124" providerId="ADAL" clId="{0AA367D0-20A9-4589-BF11-3BD43FA0EB4A}" dt="2026-06-02T20:05:54.952" v="319" actId="1037"/>
      <pc:docMkLst>
        <pc:docMk/>
      </pc:docMkLst>
      <pc:sldChg chg="addSp delSp modSp mod setBg">
        <pc:chgData name="Mohammad Hemmati" userId="5e4c8864-b60e-4c33-9ab5-79becc45a124" providerId="ADAL" clId="{0AA367D0-20A9-4589-BF11-3BD43FA0EB4A}" dt="2026-06-02T20:05:54.952" v="319" actId="1037"/>
        <pc:sldMkLst>
          <pc:docMk/>
          <pc:sldMk cId="766738579" sldId="256"/>
        </pc:sldMkLst>
        <pc:spChg chg="mod">
          <ac:chgData name="Mohammad Hemmati" userId="5e4c8864-b60e-4c33-9ab5-79becc45a124" providerId="ADAL" clId="{0AA367D0-20A9-4589-BF11-3BD43FA0EB4A}" dt="2026-06-02T19:59:33.498" v="239" actId="165"/>
          <ac:spMkLst>
            <pc:docMk/>
            <pc:sldMk cId="766738579" sldId="256"/>
            <ac:spMk id="49" creationId="{9FD23DB3-AC76-C5D4-C7FA-EC5F8DFAEC47}"/>
          </ac:spMkLst>
        </pc:spChg>
        <pc:spChg chg="mod">
          <ac:chgData name="Mohammad Hemmati" userId="5e4c8864-b60e-4c33-9ab5-79becc45a124" providerId="ADAL" clId="{0AA367D0-20A9-4589-BF11-3BD43FA0EB4A}" dt="2026-06-02T19:59:33.498" v="239" actId="165"/>
          <ac:spMkLst>
            <pc:docMk/>
            <pc:sldMk cId="766738579" sldId="256"/>
            <ac:spMk id="50" creationId="{B6DBE963-9CDB-408F-9441-2EF66E87B876}"/>
          </ac:spMkLst>
        </pc:spChg>
        <pc:spChg chg="add del">
          <ac:chgData name="Mohammad Hemmati" userId="5e4c8864-b60e-4c33-9ab5-79becc45a124" providerId="ADAL" clId="{0AA367D0-20A9-4589-BF11-3BD43FA0EB4A}" dt="2026-06-02T18:47:56.510" v="70" actId="26606"/>
          <ac:spMkLst>
            <pc:docMk/>
            <pc:sldMk cId="766738579" sldId="256"/>
            <ac:spMk id="56" creationId="{CEC27341-4ABB-43EF-9E57-10A858F9251F}"/>
          </ac:spMkLst>
        </pc:spChg>
        <pc:spChg chg="add del">
          <ac:chgData name="Mohammad Hemmati" userId="5e4c8864-b60e-4c33-9ab5-79becc45a124" providerId="ADAL" clId="{0AA367D0-20A9-4589-BF11-3BD43FA0EB4A}" dt="2026-06-02T18:47:56.510" v="70" actId="26606"/>
          <ac:spMkLst>
            <pc:docMk/>
            <pc:sldMk cId="766738579" sldId="256"/>
            <ac:spMk id="58" creationId="{D2B98C55-54CC-433B-905F-FB0B2D2009ED}"/>
          </ac:spMkLst>
        </pc:spChg>
        <pc:spChg chg="add del">
          <ac:chgData name="Mohammad Hemmati" userId="5e4c8864-b60e-4c33-9ab5-79becc45a124" providerId="ADAL" clId="{0AA367D0-20A9-4589-BF11-3BD43FA0EB4A}" dt="2026-06-02T18:47:56.510" v="70" actId="26606"/>
          <ac:spMkLst>
            <pc:docMk/>
            <pc:sldMk cId="766738579" sldId="256"/>
            <ac:spMk id="60" creationId="{19E21906-D4D4-4F16-9228-3E004930E1C7}"/>
          </ac:spMkLst>
        </pc:spChg>
        <pc:spChg chg="add del">
          <ac:chgData name="Mohammad Hemmati" userId="5e4c8864-b60e-4c33-9ab5-79becc45a124" providerId="ADAL" clId="{0AA367D0-20A9-4589-BF11-3BD43FA0EB4A}" dt="2026-06-02T18:47:56.510" v="70" actId="26606"/>
          <ac:spMkLst>
            <pc:docMk/>
            <pc:sldMk cId="766738579" sldId="256"/>
            <ac:spMk id="62" creationId="{865BCC85-4C69-4CFB-A36A-6A489B87FFF3}"/>
          </ac:spMkLst>
        </pc:spChg>
        <pc:spChg chg="add del">
          <ac:chgData name="Mohammad Hemmati" userId="5e4c8864-b60e-4c33-9ab5-79becc45a124" providerId="ADAL" clId="{0AA367D0-20A9-4589-BF11-3BD43FA0EB4A}" dt="2026-06-02T18:47:56.510" v="70" actId="26606"/>
          <ac:spMkLst>
            <pc:docMk/>
            <pc:sldMk cId="766738579" sldId="256"/>
            <ac:spMk id="64" creationId="{3A14BDAC-394B-4E9A-8ECE-61AA1A7C231A}"/>
          </ac:spMkLst>
        </pc:spChg>
        <pc:grpChg chg="del">
          <ac:chgData name="Mohammad Hemmati" userId="5e4c8864-b60e-4c33-9ab5-79becc45a124" providerId="ADAL" clId="{0AA367D0-20A9-4589-BF11-3BD43FA0EB4A}" dt="2026-06-02T17:34:23.527" v="32" actId="478"/>
          <ac:grpSpMkLst>
            <pc:docMk/>
            <pc:sldMk cId="766738579" sldId="256"/>
            <ac:grpSpMk id="42" creationId="{5AC1E5DB-724D-0C81-8C5C-8203C48C863E}"/>
          </ac:grpSpMkLst>
        </pc:grpChg>
        <pc:grpChg chg="add mod">
          <ac:chgData name="Mohammad Hemmati" userId="5e4c8864-b60e-4c33-9ab5-79becc45a124" providerId="ADAL" clId="{0AA367D0-20A9-4589-BF11-3BD43FA0EB4A}" dt="2026-06-02T19:23:20.252" v="199" actId="1076"/>
          <ac:grpSpMkLst>
            <pc:docMk/>
            <pc:sldMk cId="766738579" sldId="256"/>
            <ac:grpSpMk id="51" creationId="{5FD3CA9B-0F67-4109-5173-4A32BDA84C2F}"/>
          </ac:grpSpMkLst>
        </pc:grpChg>
        <pc:picChg chg="add mod ord">
          <ac:chgData name="Mohammad Hemmati" userId="5e4c8864-b60e-4c33-9ab5-79becc45a124" providerId="ADAL" clId="{0AA367D0-20A9-4589-BF11-3BD43FA0EB4A}" dt="2026-06-02T20:03:46.618" v="309" actId="164"/>
          <ac:picMkLst>
            <pc:docMk/>
            <pc:sldMk cId="766738579" sldId="256"/>
            <ac:picMk id="2" creationId="{8B6050D4-BDC7-D147-81BA-5447C34B5D78}"/>
          </ac:picMkLst>
        </pc:picChg>
        <pc:picChg chg="add del mod ord">
          <ac:chgData name="Mohammad Hemmati" userId="5e4c8864-b60e-4c33-9ab5-79becc45a124" providerId="ADAL" clId="{0AA367D0-20A9-4589-BF11-3BD43FA0EB4A}" dt="2026-06-02T19:18:53.487" v="146" actId="478"/>
          <ac:picMkLst>
            <pc:docMk/>
            <pc:sldMk cId="766738579" sldId="256"/>
            <ac:picMk id="3" creationId="{557AB506-5A30-B15B-F80D-04A76577EA4F}"/>
          </ac:picMkLst>
        </pc:picChg>
        <pc:picChg chg="add mod">
          <ac:chgData name="Mohammad Hemmati" userId="5e4c8864-b60e-4c33-9ab5-79becc45a124" providerId="ADAL" clId="{0AA367D0-20A9-4589-BF11-3BD43FA0EB4A}" dt="2026-06-02T20:03:46.618" v="309" actId="164"/>
          <ac:picMkLst>
            <pc:docMk/>
            <pc:sldMk cId="766738579" sldId="256"/>
            <ac:picMk id="3" creationId="{BBFDAE7A-8818-947C-A28F-2B90597C45BF}"/>
          </ac:picMkLst>
        </pc:picChg>
        <pc:picChg chg="add mod">
          <ac:chgData name="Mohammad Hemmati" userId="5e4c8864-b60e-4c33-9ab5-79becc45a124" providerId="ADAL" clId="{0AA367D0-20A9-4589-BF11-3BD43FA0EB4A}" dt="2026-06-02T20:05:54.952" v="319" actId="1037"/>
          <ac:picMkLst>
            <pc:docMk/>
            <pc:sldMk cId="766738579" sldId="256"/>
            <ac:picMk id="4" creationId="{ED3AF94B-DE54-A9DC-11B5-CAA29826BFC6}"/>
          </ac:picMkLst>
        </pc:picChg>
        <pc:picChg chg="add del mod ord">
          <ac:chgData name="Mohammad Hemmati" userId="5e4c8864-b60e-4c33-9ab5-79becc45a124" providerId="ADAL" clId="{0AA367D0-20A9-4589-BF11-3BD43FA0EB4A}" dt="2026-06-02T20:02:52.596" v="286" actId="478"/>
          <ac:picMkLst>
            <pc:docMk/>
            <pc:sldMk cId="766738579" sldId="256"/>
            <ac:picMk id="5" creationId="{2E491286-59FD-B67B-0375-DE24C44F9D3E}"/>
          </ac:picMkLst>
        </pc:picChg>
        <pc:picChg chg="add mod">
          <ac:chgData name="Mohammad Hemmati" userId="5e4c8864-b60e-4c33-9ab5-79becc45a124" providerId="ADAL" clId="{0AA367D0-20A9-4589-BF11-3BD43FA0EB4A}" dt="2026-06-02T20:03:46.618" v="309" actId="164"/>
          <ac:picMkLst>
            <pc:docMk/>
            <pc:sldMk cId="766738579" sldId="256"/>
            <ac:picMk id="6" creationId="{B31DC62E-B3C4-B528-119C-3737E256F88A}"/>
          </ac:picMkLst>
        </pc:picChg>
        <pc:picChg chg="add del mod ord topLvl">
          <ac:chgData name="Mohammad Hemmati" userId="5e4c8864-b60e-4c33-9ab5-79becc45a124" providerId="ADAL" clId="{0AA367D0-20A9-4589-BF11-3BD43FA0EB4A}" dt="2026-06-02T20:02:35.661" v="281" actId="478"/>
          <ac:picMkLst>
            <pc:docMk/>
            <pc:sldMk cId="766738579" sldId="256"/>
            <ac:picMk id="7" creationId="{606752C3-2BE5-7BB9-66DF-CC14D5A3D551}"/>
          </ac:picMkLst>
        </pc:picChg>
        <pc:picChg chg="add mod">
          <ac:chgData name="Mohammad Hemmati" userId="5e4c8864-b60e-4c33-9ab5-79becc45a124" providerId="ADAL" clId="{0AA367D0-20A9-4589-BF11-3BD43FA0EB4A}" dt="2026-06-02T20:03:35.072" v="308" actId="1076"/>
          <ac:picMkLst>
            <pc:docMk/>
            <pc:sldMk cId="766738579" sldId="256"/>
            <ac:picMk id="8" creationId="{0973CAAD-5D32-27AA-0408-196F5C81AE5E}"/>
          </ac:picMkLst>
        </pc:picChg>
        <pc:picChg chg="del">
          <ac:chgData name="Mohammad Hemmati" userId="5e4c8864-b60e-4c33-9ab5-79becc45a124" providerId="ADAL" clId="{0AA367D0-20A9-4589-BF11-3BD43FA0EB4A}" dt="2026-06-02T17:32:58.627" v="0" actId="478"/>
          <ac:picMkLst>
            <pc:docMk/>
            <pc:sldMk cId="766738579" sldId="256"/>
            <ac:picMk id="9" creationId="{8F2F5132-BA22-959C-81AA-3F87E943066E}"/>
          </ac:picMkLst>
        </pc:picChg>
        <pc:picChg chg="add mod">
          <ac:chgData name="Mohammad Hemmati" userId="5e4c8864-b60e-4c33-9ab5-79becc45a124" providerId="ADAL" clId="{0AA367D0-20A9-4589-BF11-3BD43FA0EB4A}" dt="2026-06-02T20:03:46.618" v="309" actId="164"/>
          <ac:picMkLst>
            <pc:docMk/>
            <pc:sldMk cId="766738579" sldId="256"/>
            <ac:picMk id="9" creationId="{9450408D-3C2F-53BA-8500-42E04DEFDC1F}"/>
          </ac:picMkLst>
        </pc:picChg>
        <pc:picChg chg="add del mod topLvl">
          <ac:chgData name="Mohammad Hemmati" userId="5e4c8864-b60e-4c33-9ab5-79becc45a124" providerId="ADAL" clId="{0AA367D0-20A9-4589-BF11-3BD43FA0EB4A}" dt="2026-06-02T20:01:48.454" v="270" actId="478"/>
          <ac:picMkLst>
            <pc:docMk/>
            <pc:sldMk cId="766738579" sldId="256"/>
            <ac:picMk id="10" creationId="{1479750A-3A67-1A80-EDBC-7F57FA3B9A65}"/>
          </ac:picMkLst>
        </pc:picChg>
        <pc:picChg chg="add del mod">
          <ac:chgData name="Mohammad Hemmati" userId="5e4c8864-b60e-4c33-9ab5-79becc45a124" providerId="ADAL" clId="{0AA367D0-20A9-4589-BF11-3BD43FA0EB4A}" dt="2026-06-02T20:02:05.162" v="275" actId="478"/>
          <ac:picMkLst>
            <pc:docMk/>
            <pc:sldMk cId="766738579" sldId="256"/>
            <ac:picMk id="11" creationId="{2D0121F3-BEB5-71E1-5700-2DA0F33DA9B4}"/>
          </ac:picMkLst>
        </pc:picChg>
        <pc:picChg chg="add mod">
          <ac:chgData name="Mohammad Hemmati" userId="5e4c8864-b60e-4c33-9ab5-79becc45a124" providerId="ADAL" clId="{0AA367D0-20A9-4589-BF11-3BD43FA0EB4A}" dt="2026-06-02T20:03:46.618" v="309" actId="164"/>
          <ac:picMkLst>
            <pc:docMk/>
            <pc:sldMk cId="766738579" sldId="256"/>
            <ac:picMk id="12" creationId="{491045E8-EBEC-090A-E5AC-A55533CB9ECB}"/>
          </ac:picMkLst>
        </pc:picChg>
        <pc:picChg chg="add del mod topLvl">
          <ac:chgData name="Mohammad Hemmati" userId="5e4c8864-b60e-4c33-9ab5-79becc45a124" providerId="ADAL" clId="{0AA367D0-20A9-4589-BF11-3BD43FA0EB4A}" dt="2026-06-02T20:01:34.126" v="266" actId="478"/>
          <ac:picMkLst>
            <pc:docMk/>
            <pc:sldMk cId="766738579" sldId="256"/>
            <ac:picMk id="13" creationId="{F0C4E04E-9394-4D67-5E5A-F76F4591B556}"/>
          </ac:picMkLst>
        </pc:picChg>
        <pc:picChg chg="add mod">
          <ac:chgData name="Mohammad Hemmati" userId="5e4c8864-b60e-4c33-9ab5-79becc45a124" providerId="ADAL" clId="{0AA367D0-20A9-4589-BF11-3BD43FA0EB4A}" dt="2026-06-02T20:03:46.618" v="309" actId="164"/>
          <ac:picMkLst>
            <pc:docMk/>
            <pc:sldMk cId="766738579" sldId="256"/>
            <ac:picMk id="14" creationId="{6299F5DB-BD37-4100-9610-B92503E8EAD1}"/>
          </ac:picMkLst>
        </pc:picChg>
        <pc:picChg chg="add del mod topLvl">
          <ac:chgData name="Mohammad Hemmati" userId="5e4c8864-b60e-4c33-9ab5-79becc45a124" providerId="ADAL" clId="{0AA367D0-20A9-4589-BF11-3BD43FA0EB4A}" dt="2026-06-02T20:00:45.878" v="255" actId="478"/>
          <ac:picMkLst>
            <pc:docMk/>
            <pc:sldMk cId="766738579" sldId="256"/>
            <ac:picMk id="15" creationId="{28AA1CF0-BD64-0B1A-80C2-7D491D851826}"/>
          </ac:picMkLst>
        </pc:picChg>
        <pc:picChg chg="add mod">
          <ac:chgData name="Mohammad Hemmati" userId="5e4c8864-b60e-4c33-9ab5-79becc45a124" providerId="ADAL" clId="{0AA367D0-20A9-4589-BF11-3BD43FA0EB4A}" dt="2026-06-02T20:03:46.618" v="309" actId="164"/>
          <ac:picMkLst>
            <pc:docMk/>
            <pc:sldMk cId="766738579" sldId="256"/>
            <ac:picMk id="16" creationId="{864F56A0-3B74-892D-0F12-EDDE807905F6}"/>
          </ac:picMkLst>
        </pc:picChg>
        <pc:picChg chg="add del mod">
          <ac:chgData name="Mohammad Hemmati" userId="5e4c8864-b60e-4c33-9ab5-79becc45a124" providerId="ADAL" clId="{0AA367D0-20A9-4589-BF11-3BD43FA0EB4A}" dt="2026-06-02T20:01:07.682" v="260" actId="478"/>
          <ac:picMkLst>
            <pc:docMk/>
            <pc:sldMk cId="766738579" sldId="256"/>
            <ac:picMk id="17" creationId="{7AE0E986-60B6-0750-35D2-A4DB1F16ED78}"/>
          </ac:picMkLst>
        </pc:picChg>
        <pc:picChg chg="add mod">
          <ac:chgData name="Mohammad Hemmati" userId="5e4c8864-b60e-4c33-9ab5-79becc45a124" providerId="ADAL" clId="{0AA367D0-20A9-4589-BF11-3BD43FA0EB4A}" dt="2026-06-02T20:03:46.618" v="309" actId="164"/>
          <ac:picMkLst>
            <pc:docMk/>
            <pc:sldMk cId="766738579" sldId="256"/>
            <ac:picMk id="18" creationId="{338A4987-FAD4-D412-0C21-84E438870C14}"/>
          </ac:picMkLst>
        </pc:picChg>
        <pc:picChg chg="del">
          <ac:chgData name="Mohammad Hemmati" userId="5e4c8864-b60e-4c33-9ab5-79becc45a124" providerId="ADAL" clId="{0AA367D0-20A9-4589-BF11-3BD43FA0EB4A}" dt="2026-06-02T17:34:17.955" v="29" actId="478"/>
          <ac:picMkLst>
            <pc:docMk/>
            <pc:sldMk cId="766738579" sldId="256"/>
            <ac:picMk id="18" creationId="{B1DC5B67-C534-4377-3EB3-C433AE0273E2}"/>
          </ac:picMkLst>
        </pc:picChg>
        <pc:picChg chg="del">
          <ac:chgData name="Mohammad Hemmati" userId="5e4c8864-b60e-4c33-9ab5-79becc45a124" providerId="ADAL" clId="{0AA367D0-20A9-4589-BF11-3BD43FA0EB4A}" dt="2026-06-02T17:34:16.028" v="28" actId="478"/>
          <ac:picMkLst>
            <pc:docMk/>
            <pc:sldMk cId="766738579" sldId="256"/>
            <ac:picMk id="20" creationId="{AF31F585-0546-3C94-129E-D6810B8D37DC}"/>
          </ac:picMkLst>
        </pc:picChg>
        <pc:picChg chg="add del mod ord">
          <ac:chgData name="Mohammad Hemmati" userId="5e4c8864-b60e-4c33-9ab5-79becc45a124" providerId="ADAL" clId="{0AA367D0-20A9-4589-BF11-3BD43FA0EB4A}" dt="2026-06-02T19:58:35.101" v="226" actId="478"/>
          <ac:picMkLst>
            <pc:docMk/>
            <pc:sldMk cId="766738579" sldId="256"/>
            <ac:picMk id="21" creationId="{57CEC49F-A854-E445-82B5-D230AC5B5E21}"/>
          </ac:picMkLst>
        </pc:picChg>
        <pc:picChg chg="del">
          <ac:chgData name="Mohammad Hemmati" userId="5e4c8864-b60e-4c33-9ab5-79becc45a124" providerId="ADAL" clId="{0AA367D0-20A9-4589-BF11-3BD43FA0EB4A}" dt="2026-06-02T17:34:19.821" v="30" actId="478"/>
          <ac:picMkLst>
            <pc:docMk/>
            <pc:sldMk cId="766738579" sldId="256"/>
            <ac:picMk id="22" creationId="{039D2D3C-75FB-D643-84C6-50C8163E8F21}"/>
          </ac:picMkLst>
        </pc:picChg>
        <pc:picChg chg="del">
          <ac:chgData name="Mohammad Hemmati" userId="5e4c8864-b60e-4c33-9ab5-79becc45a124" providerId="ADAL" clId="{0AA367D0-20A9-4589-BF11-3BD43FA0EB4A}" dt="2026-06-02T17:34:23.527" v="32" actId="478"/>
          <ac:picMkLst>
            <pc:docMk/>
            <pc:sldMk cId="766738579" sldId="256"/>
            <ac:picMk id="24" creationId="{DFEDE0C9-DD38-71AA-C522-4F9F6DC9DAB1}"/>
          </ac:picMkLst>
        </pc:picChg>
        <pc:picChg chg="add del mod">
          <ac:chgData name="Mohammad Hemmati" userId="5e4c8864-b60e-4c33-9ab5-79becc45a124" providerId="ADAL" clId="{0AA367D0-20A9-4589-BF11-3BD43FA0EB4A}" dt="2026-06-02T19:23:56.865" v="200" actId="478"/>
          <ac:picMkLst>
            <pc:docMk/>
            <pc:sldMk cId="766738579" sldId="256"/>
            <ac:picMk id="25" creationId="{CF3E1D54-A23D-14A3-3111-FB1516821D43}"/>
          </ac:picMkLst>
        </pc:picChg>
        <pc:picChg chg="del">
          <ac:chgData name="Mohammad Hemmati" userId="5e4c8864-b60e-4c33-9ab5-79becc45a124" providerId="ADAL" clId="{0AA367D0-20A9-4589-BF11-3BD43FA0EB4A}" dt="2026-06-02T17:34:21.699" v="31" actId="478"/>
          <ac:picMkLst>
            <pc:docMk/>
            <pc:sldMk cId="766738579" sldId="256"/>
            <ac:picMk id="26" creationId="{79A199E8-B850-8993-265C-DD8D6EFA0AA7}"/>
          </ac:picMkLst>
        </pc:picChg>
        <pc:picChg chg="add mod topLvl">
          <ac:chgData name="Mohammad Hemmati" userId="5e4c8864-b60e-4c33-9ab5-79becc45a124" providerId="ADAL" clId="{0AA367D0-20A9-4589-BF11-3BD43FA0EB4A}" dt="2026-06-02T20:03:46.618" v="309" actId="164"/>
          <ac:picMkLst>
            <pc:docMk/>
            <pc:sldMk cId="766738579" sldId="256"/>
            <ac:picMk id="28" creationId="{F9D27662-B423-D702-33C3-5ADAB8A4B8C9}"/>
          </ac:picMkLst>
        </pc:picChg>
        <pc:picChg chg="del">
          <ac:chgData name="Mohammad Hemmati" userId="5e4c8864-b60e-4c33-9ab5-79becc45a124" providerId="ADAL" clId="{0AA367D0-20A9-4589-BF11-3BD43FA0EB4A}" dt="2026-06-02T17:34:10.324" v="25" actId="478"/>
          <ac:picMkLst>
            <pc:docMk/>
            <pc:sldMk cId="766738579" sldId="256"/>
            <ac:picMk id="30" creationId="{27F9F592-7D7C-63C9-F8CA-1DE1D1D34F51}"/>
          </ac:picMkLst>
        </pc:picChg>
        <pc:picChg chg="add del mod topLvl">
          <ac:chgData name="Mohammad Hemmati" userId="5e4c8864-b60e-4c33-9ab5-79becc45a124" providerId="ADAL" clId="{0AA367D0-20A9-4589-BF11-3BD43FA0EB4A}" dt="2026-06-02T19:59:43.784" v="242" actId="478"/>
          <ac:picMkLst>
            <pc:docMk/>
            <pc:sldMk cId="766738579" sldId="256"/>
            <ac:picMk id="31" creationId="{F7ECC8B7-2F63-668A-74CC-F9075728D38F}"/>
          </ac:picMkLst>
        </pc:picChg>
        <pc:picChg chg="del">
          <ac:chgData name="Mohammad Hemmati" userId="5e4c8864-b60e-4c33-9ab5-79becc45a124" providerId="ADAL" clId="{0AA367D0-20A9-4589-BF11-3BD43FA0EB4A}" dt="2026-06-02T17:34:12.932" v="26" actId="478"/>
          <ac:picMkLst>
            <pc:docMk/>
            <pc:sldMk cId="766738579" sldId="256"/>
            <ac:picMk id="32" creationId="{6440F458-2E79-B003-5691-B669113B56EB}"/>
          </ac:picMkLst>
        </pc:picChg>
        <pc:picChg chg="add del mod topLvl">
          <ac:chgData name="Mohammad Hemmati" userId="5e4c8864-b60e-4c33-9ab5-79becc45a124" providerId="ADAL" clId="{0AA367D0-20A9-4589-BF11-3BD43FA0EB4A}" dt="2026-06-02T20:00:05.667" v="248" actId="478"/>
          <ac:picMkLst>
            <pc:docMk/>
            <pc:sldMk cId="766738579" sldId="256"/>
            <ac:picMk id="34" creationId="{347ECF53-163C-2631-81CE-27799542A632}"/>
          </ac:picMkLst>
        </pc:picChg>
        <pc:picChg chg="del mod">
          <ac:chgData name="Mohammad Hemmati" userId="5e4c8864-b60e-4c33-9ab5-79becc45a124" providerId="ADAL" clId="{0AA367D0-20A9-4589-BF11-3BD43FA0EB4A}" dt="2026-06-02T19:22:18.248" v="168" actId="478"/>
          <ac:picMkLst>
            <pc:docMk/>
            <pc:sldMk cId="766738579" sldId="256"/>
            <ac:picMk id="35" creationId="{A6827837-4D42-8C87-6584-96AD8B662D8C}"/>
          </ac:picMkLst>
        </pc:picChg>
        <pc:picChg chg="del">
          <ac:chgData name="Mohammad Hemmati" userId="5e4c8864-b60e-4c33-9ab5-79becc45a124" providerId="ADAL" clId="{0AA367D0-20A9-4589-BF11-3BD43FA0EB4A}" dt="2026-06-02T19:33:58.739" v="214" actId="478"/>
          <ac:picMkLst>
            <pc:docMk/>
            <pc:sldMk cId="766738579" sldId="256"/>
            <ac:picMk id="41" creationId="{6085C6B4-AF0A-384D-44F2-0052862925B6}"/>
          </ac:picMkLst>
        </pc:picChg>
        <pc:picChg chg="del">
          <ac:chgData name="Mohammad Hemmati" userId="5e4c8864-b60e-4c33-9ab5-79becc45a124" providerId="ADAL" clId="{0AA367D0-20A9-4589-BF11-3BD43FA0EB4A}" dt="2026-06-02T19:34:11.684" v="218" actId="478"/>
          <ac:picMkLst>
            <pc:docMk/>
            <pc:sldMk cId="766738579" sldId="256"/>
            <ac:picMk id="44" creationId="{DD3C6C81-F341-3BDF-04FB-2A40ACCA5317}"/>
          </ac:picMkLst>
        </pc:picChg>
        <pc:picChg chg="mod">
          <ac:chgData name="Mohammad Hemmati" userId="5e4c8864-b60e-4c33-9ab5-79becc45a124" providerId="ADAL" clId="{0AA367D0-20A9-4589-BF11-3BD43FA0EB4A}" dt="2026-06-02T19:59:33.498" v="239" actId="165"/>
          <ac:picMkLst>
            <pc:docMk/>
            <pc:sldMk cId="766738579" sldId="256"/>
            <ac:picMk id="48" creationId="{801BD650-F228-CE09-C7FA-DE58D3E12DB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2DEBB0-AB07-40CA-98E2-8DAFDAD3FE7A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630363" y="1143000"/>
            <a:ext cx="35972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DF0DB1-9D7F-4B18-A72C-E61F6BDEBA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9786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630363" y="1143000"/>
            <a:ext cx="35972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F0DB1-9D7F-4B18-A72C-E61F6BDEBA21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58741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711604"/>
            <a:ext cx="10363200" cy="3641090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493108"/>
            <a:ext cx="9144000" cy="2525037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D3916-ADA1-42F6-8F1C-7F46CEFA5469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0C135-C8B2-4B3B-B074-E2CC4EC2A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5928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D3916-ADA1-42F6-8F1C-7F46CEFA5469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0C135-C8B2-4B3B-B074-E2CC4EC2A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0469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607353"/>
            <a:ext cx="10515600" cy="4350424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6998933"/>
            <a:ext cx="10515600" cy="228778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D3916-ADA1-42F6-8F1C-7F46CEFA5469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0C135-C8B2-4B3B-B074-E2CC4EC2A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7440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784078"/>
            <a:ext cx="5181600" cy="66357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784078"/>
            <a:ext cx="5181600" cy="66357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D3916-ADA1-42F6-8F1C-7F46CEFA5469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0C135-C8B2-4B3B-B074-E2CC4EC2A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7762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56818"/>
            <a:ext cx="10515600" cy="202148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563773"/>
            <a:ext cx="5157787" cy="1256466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3820239"/>
            <a:ext cx="5157787" cy="5618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563773"/>
            <a:ext cx="5183188" cy="1256466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3820239"/>
            <a:ext cx="5183188" cy="5618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D3916-ADA1-42F6-8F1C-7F46CEFA5469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0C135-C8B2-4B3B-B074-E2CC4EC2A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8580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D3916-ADA1-42F6-8F1C-7F46CEFA5469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0C135-C8B2-4B3B-B074-E2CC4EC2A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9999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D3916-ADA1-42F6-8F1C-7F46CEFA5469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0C135-C8B2-4B3B-B074-E2CC4EC2A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3510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97230"/>
            <a:ext cx="3932237" cy="2440305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505825"/>
            <a:ext cx="6172200" cy="7432278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37535"/>
            <a:ext cx="3932237" cy="5812672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D3916-ADA1-42F6-8F1C-7F46CEFA5469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0C135-C8B2-4B3B-B074-E2CC4EC2A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357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97230"/>
            <a:ext cx="3932237" cy="2440305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505825"/>
            <a:ext cx="6172200" cy="7432278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37535"/>
            <a:ext cx="3932237" cy="5812672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D3916-ADA1-42F6-8F1C-7F46CEFA5469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0C135-C8B2-4B3B-B074-E2CC4EC2A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0943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D3916-ADA1-42F6-8F1C-7F46CEFA5469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0C135-C8B2-4B3B-B074-E2CC4EC2A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2729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556816"/>
            <a:ext cx="2628900" cy="886305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556816"/>
            <a:ext cx="7734300" cy="886305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D3916-ADA1-42F6-8F1C-7F46CEFA5469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0C135-C8B2-4B3B-B074-E2CC4EC2A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1063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556818"/>
            <a:ext cx="10515600" cy="20214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784078"/>
            <a:ext cx="10515600" cy="66357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9693436"/>
            <a:ext cx="2743200" cy="5568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7D3916-ADA1-42F6-8F1C-7F46CEFA5469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9693436"/>
            <a:ext cx="4114800" cy="5568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9693436"/>
            <a:ext cx="2743200" cy="5568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60C135-C8B2-4B3B-B074-E2CC4EC2A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575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2A862998-C3B1-A328-BB41-530176FB6B55}"/>
              </a:ext>
            </a:extLst>
          </p:cNvPr>
          <p:cNvGrpSpPr/>
          <p:nvPr/>
        </p:nvGrpSpPr>
        <p:grpSpPr>
          <a:xfrm>
            <a:off x="-578225" y="55589"/>
            <a:ext cx="12891248" cy="10402960"/>
            <a:chOff x="-578225" y="55589"/>
            <a:chExt cx="12891248" cy="1040296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8B6050D4-BDC7-D147-81BA-5447C34B5D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578225" y="3657699"/>
              <a:ext cx="12532659" cy="6800850"/>
            </a:xfrm>
            <a:prstGeom prst="rect">
              <a:avLst/>
            </a:prstGeom>
          </p:spPr>
        </p:pic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5FD3CA9B-0F67-4109-5173-4A32BDA84C2F}"/>
                </a:ext>
              </a:extLst>
            </p:cNvPr>
            <p:cNvGrpSpPr/>
            <p:nvPr/>
          </p:nvGrpSpPr>
          <p:grpSpPr>
            <a:xfrm>
              <a:off x="5256311" y="55589"/>
              <a:ext cx="6658664" cy="3996887"/>
              <a:chOff x="3315257" y="95047"/>
              <a:chExt cx="6658664" cy="3996887"/>
            </a:xfrm>
          </p:grpSpPr>
          <p:pic>
            <p:nvPicPr>
              <p:cNvPr id="48" name="Picture 47">
                <a:extLst>
                  <a:ext uri="{FF2B5EF4-FFF2-40B4-BE49-F238E27FC236}">
                    <a16:creationId xmlns:a16="http://schemas.microsoft.com/office/drawing/2014/main" id="{801BD650-F228-CE09-C7FA-DE58D3E12D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24506" y="95047"/>
                <a:ext cx="5464013" cy="152413"/>
              </a:xfrm>
              <a:prstGeom prst="rect">
                <a:avLst/>
              </a:prstGeom>
            </p:spPr>
          </p:pic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9FD23DB3-AC76-C5D4-C7FA-EC5F8DFAEC47}"/>
                  </a:ext>
                </a:extLst>
              </p:cNvPr>
              <p:cNvSpPr txBox="1"/>
              <p:nvPr/>
            </p:nvSpPr>
            <p:spPr>
              <a:xfrm>
                <a:off x="7264339" y="3772477"/>
                <a:ext cx="27095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400" dirty="0">
                    <a:latin typeface="Palatino Linotype" panose="02040502050505030304" pitchFamily="18" charset="0"/>
                  </a:rPr>
                  <a:t>Level of Hydrogen adoption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B6DBE963-9CDB-408F-9441-2EF66E87B876}"/>
                  </a:ext>
                </a:extLst>
              </p:cNvPr>
              <p:cNvSpPr txBox="1"/>
              <p:nvPr/>
            </p:nvSpPr>
            <p:spPr>
              <a:xfrm>
                <a:off x="3315257" y="3784157"/>
                <a:ext cx="27095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400" dirty="0">
                    <a:latin typeface="Palatino Linotype" panose="02040502050505030304" pitchFamily="18" charset="0"/>
                  </a:rPr>
                  <a:t>Level of Electrification</a:t>
                </a:r>
              </a:p>
            </p:txBody>
          </p:sp>
        </p:grp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F9D27662-B423-D702-33C3-5ADAB8A4B8C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10156644"/>
              <a:ext cx="12192000" cy="247091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BFDAE7A-8818-947C-A28F-2B90597C45B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39220" y="140972"/>
              <a:ext cx="3657607" cy="3657607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D3AF94B-DE54-A9DC-11B5-CAA29826BFC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96910" y="140972"/>
              <a:ext cx="3657607" cy="365760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31DC62E-B3C4-B528-119C-3737E256F88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7219" y="955986"/>
              <a:ext cx="2011684" cy="3657608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973CAAD-5D32-27AA-0408-196F5C81AE5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90550" y="4018905"/>
              <a:ext cx="2161374" cy="3651904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450408D-3C2F-53BA-8500-42E04DEFDC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10424" y="5297648"/>
              <a:ext cx="2122356" cy="3585978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91045E8-EBEC-090A-E5AC-A55533CB9EC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46865" y="5692425"/>
              <a:ext cx="2122355" cy="3585977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299F5DB-BD37-4100-9610-B92503E8EAD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25756" y="6285944"/>
              <a:ext cx="1946169" cy="3288288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864F56A0-3B74-892D-0F12-EDDE807905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04131" y="6279463"/>
              <a:ext cx="2122354" cy="3585975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338A4987-FAD4-D412-0C21-84E438870C14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90670" y="6292910"/>
              <a:ext cx="2122353" cy="35859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66738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353</TotalTime>
  <Words>8</Words>
  <Application>Microsoft Office PowerPoint</Application>
  <PresentationFormat>Custom</PresentationFormat>
  <Paragraphs>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Palatino Linotype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Mohammad Hemmati</dc:creator>
  <cp:lastModifiedBy>Mohammad Hemmati</cp:lastModifiedBy>
  <cp:revision>1</cp:revision>
  <dcterms:created xsi:type="dcterms:W3CDTF">2026-06-02T10:52:28Z</dcterms:created>
  <dcterms:modified xsi:type="dcterms:W3CDTF">2026-06-02T20:06:00Z</dcterms:modified>
</cp:coreProperties>
</file>