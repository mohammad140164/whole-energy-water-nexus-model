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12192000" cy="10458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DF2F7-FBE1-43F6-A9A0-715E0CC22307}" v="6" dt="2026-06-02T19:45:47.3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15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Hemmati" userId="5e4c8864-b60e-4c33-9ab5-79becc45a124" providerId="ADAL" clId="{0AA367D0-20A9-4589-BF11-3BD43FA0EB4A}"/>
    <pc:docChg chg="undo custSel modSld">
      <pc:chgData name="Mohammad Hemmati" userId="5e4c8864-b60e-4c33-9ab5-79becc45a124" providerId="ADAL" clId="{0AA367D0-20A9-4589-BF11-3BD43FA0EB4A}" dt="2026-06-02T19:45:47.348" v="225" actId="164"/>
      <pc:docMkLst>
        <pc:docMk/>
      </pc:docMkLst>
      <pc:sldChg chg="addSp delSp modSp mod setBg">
        <pc:chgData name="Mohammad Hemmati" userId="5e4c8864-b60e-4c33-9ab5-79becc45a124" providerId="ADAL" clId="{0AA367D0-20A9-4589-BF11-3BD43FA0EB4A}" dt="2026-06-02T19:45:47.348" v="225" actId="164"/>
        <pc:sldMkLst>
          <pc:docMk/>
          <pc:sldMk cId="766738579" sldId="256"/>
        </pc:sldMkLst>
        <pc:spChg chg="add del">
          <ac:chgData name="Mohammad Hemmati" userId="5e4c8864-b60e-4c33-9ab5-79becc45a124" providerId="ADAL" clId="{0AA367D0-20A9-4589-BF11-3BD43FA0EB4A}" dt="2026-06-02T18:47:56.510" v="70" actId="26606"/>
          <ac:spMkLst>
            <pc:docMk/>
            <pc:sldMk cId="766738579" sldId="256"/>
            <ac:spMk id="56" creationId="{CEC27341-4ABB-43EF-9E57-10A858F9251F}"/>
          </ac:spMkLst>
        </pc:spChg>
        <pc:spChg chg="add del">
          <ac:chgData name="Mohammad Hemmati" userId="5e4c8864-b60e-4c33-9ab5-79becc45a124" providerId="ADAL" clId="{0AA367D0-20A9-4589-BF11-3BD43FA0EB4A}" dt="2026-06-02T18:47:56.510" v="70" actId="26606"/>
          <ac:spMkLst>
            <pc:docMk/>
            <pc:sldMk cId="766738579" sldId="256"/>
            <ac:spMk id="58" creationId="{D2B98C55-54CC-433B-905F-FB0B2D2009ED}"/>
          </ac:spMkLst>
        </pc:spChg>
        <pc:spChg chg="add del">
          <ac:chgData name="Mohammad Hemmati" userId="5e4c8864-b60e-4c33-9ab5-79becc45a124" providerId="ADAL" clId="{0AA367D0-20A9-4589-BF11-3BD43FA0EB4A}" dt="2026-06-02T18:47:56.510" v="70" actId="26606"/>
          <ac:spMkLst>
            <pc:docMk/>
            <pc:sldMk cId="766738579" sldId="256"/>
            <ac:spMk id="60" creationId="{19E21906-D4D4-4F16-9228-3E004930E1C7}"/>
          </ac:spMkLst>
        </pc:spChg>
        <pc:spChg chg="add del">
          <ac:chgData name="Mohammad Hemmati" userId="5e4c8864-b60e-4c33-9ab5-79becc45a124" providerId="ADAL" clId="{0AA367D0-20A9-4589-BF11-3BD43FA0EB4A}" dt="2026-06-02T18:47:56.510" v="70" actId="26606"/>
          <ac:spMkLst>
            <pc:docMk/>
            <pc:sldMk cId="766738579" sldId="256"/>
            <ac:spMk id="62" creationId="{865BCC85-4C69-4CFB-A36A-6A489B87FFF3}"/>
          </ac:spMkLst>
        </pc:spChg>
        <pc:spChg chg="add del">
          <ac:chgData name="Mohammad Hemmati" userId="5e4c8864-b60e-4c33-9ab5-79becc45a124" providerId="ADAL" clId="{0AA367D0-20A9-4589-BF11-3BD43FA0EB4A}" dt="2026-06-02T18:47:56.510" v="70" actId="26606"/>
          <ac:spMkLst>
            <pc:docMk/>
            <pc:sldMk cId="766738579" sldId="256"/>
            <ac:spMk id="64" creationId="{3A14BDAC-394B-4E9A-8ECE-61AA1A7C231A}"/>
          </ac:spMkLst>
        </pc:spChg>
        <pc:grpChg chg="del">
          <ac:chgData name="Mohammad Hemmati" userId="5e4c8864-b60e-4c33-9ab5-79becc45a124" providerId="ADAL" clId="{0AA367D0-20A9-4589-BF11-3BD43FA0EB4A}" dt="2026-06-02T17:34:23.527" v="32" actId="478"/>
          <ac:grpSpMkLst>
            <pc:docMk/>
            <pc:sldMk cId="766738579" sldId="256"/>
            <ac:grpSpMk id="42" creationId="{5AC1E5DB-724D-0C81-8C5C-8203C48C863E}"/>
          </ac:grpSpMkLst>
        </pc:grpChg>
        <pc:grpChg chg="add mod">
          <ac:chgData name="Mohammad Hemmati" userId="5e4c8864-b60e-4c33-9ab5-79becc45a124" providerId="ADAL" clId="{0AA367D0-20A9-4589-BF11-3BD43FA0EB4A}" dt="2026-06-02T19:23:20.252" v="199" actId="1076"/>
          <ac:grpSpMkLst>
            <pc:docMk/>
            <pc:sldMk cId="766738579" sldId="256"/>
            <ac:grpSpMk id="51" creationId="{5FD3CA9B-0F67-4109-5173-4A32BDA84C2F}"/>
          </ac:grpSpMkLst>
        </pc:grpChg>
        <pc:picChg chg="add del mod ord">
          <ac:chgData name="Mohammad Hemmati" userId="5e4c8864-b60e-4c33-9ab5-79becc45a124" providerId="ADAL" clId="{0AA367D0-20A9-4589-BF11-3BD43FA0EB4A}" dt="2026-06-02T19:18:53.487" v="146" actId="478"/>
          <ac:picMkLst>
            <pc:docMk/>
            <pc:sldMk cId="766738579" sldId="256"/>
            <ac:picMk id="3" creationId="{557AB506-5A30-B15B-F80D-04A76577EA4F}"/>
          </ac:picMkLst>
        </pc:picChg>
        <pc:picChg chg="add mod ord">
          <ac:chgData name="Mohammad Hemmati" userId="5e4c8864-b60e-4c33-9ab5-79becc45a124" providerId="ADAL" clId="{0AA367D0-20A9-4589-BF11-3BD43FA0EB4A}" dt="2026-06-02T19:45:47.348" v="225" actId="164"/>
          <ac:picMkLst>
            <pc:docMk/>
            <pc:sldMk cId="766738579" sldId="256"/>
            <ac:picMk id="5" creationId="{2E491286-59FD-B67B-0375-DE24C44F9D3E}"/>
          </ac:picMkLst>
        </pc:picChg>
        <pc:picChg chg="add mod ord">
          <ac:chgData name="Mohammad Hemmati" userId="5e4c8864-b60e-4c33-9ab5-79becc45a124" providerId="ADAL" clId="{0AA367D0-20A9-4589-BF11-3BD43FA0EB4A}" dt="2026-06-02T19:45:47.348" v="225" actId="164"/>
          <ac:picMkLst>
            <pc:docMk/>
            <pc:sldMk cId="766738579" sldId="256"/>
            <ac:picMk id="7" creationId="{606752C3-2BE5-7BB9-66DF-CC14D5A3D551}"/>
          </ac:picMkLst>
        </pc:picChg>
        <pc:picChg chg="del">
          <ac:chgData name="Mohammad Hemmati" userId="5e4c8864-b60e-4c33-9ab5-79becc45a124" providerId="ADAL" clId="{0AA367D0-20A9-4589-BF11-3BD43FA0EB4A}" dt="2026-06-02T17:32:58.627" v="0" actId="478"/>
          <ac:picMkLst>
            <pc:docMk/>
            <pc:sldMk cId="766738579" sldId="256"/>
            <ac:picMk id="9" creationId="{8F2F5132-BA22-959C-81AA-3F87E943066E}"/>
          </ac:picMkLst>
        </pc:picChg>
        <pc:picChg chg="add mod">
          <ac:chgData name="Mohammad Hemmati" userId="5e4c8864-b60e-4c33-9ab5-79becc45a124" providerId="ADAL" clId="{0AA367D0-20A9-4589-BF11-3BD43FA0EB4A}" dt="2026-06-02T19:45:47.348" v="225" actId="164"/>
          <ac:picMkLst>
            <pc:docMk/>
            <pc:sldMk cId="766738579" sldId="256"/>
            <ac:picMk id="10" creationId="{1479750A-3A67-1A80-EDBC-7F57FA3B9A65}"/>
          </ac:picMkLst>
        </pc:picChg>
        <pc:picChg chg="add mod">
          <ac:chgData name="Mohammad Hemmati" userId="5e4c8864-b60e-4c33-9ab5-79becc45a124" providerId="ADAL" clId="{0AA367D0-20A9-4589-BF11-3BD43FA0EB4A}" dt="2026-06-02T19:45:47.348" v="225" actId="164"/>
          <ac:picMkLst>
            <pc:docMk/>
            <pc:sldMk cId="766738579" sldId="256"/>
            <ac:picMk id="11" creationId="{2D0121F3-BEB5-71E1-5700-2DA0F33DA9B4}"/>
          </ac:picMkLst>
        </pc:picChg>
        <pc:picChg chg="add mod">
          <ac:chgData name="Mohammad Hemmati" userId="5e4c8864-b60e-4c33-9ab5-79becc45a124" providerId="ADAL" clId="{0AA367D0-20A9-4589-BF11-3BD43FA0EB4A}" dt="2026-06-02T19:45:47.348" v="225" actId="164"/>
          <ac:picMkLst>
            <pc:docMk/>
            <pc:sldMk cId="766738579" sldId="256"/>
            <ac:picMk id="13" creationId="{F0C4E04E-9394-4D67-5E5A-F76F4591B556}"/>
          </ac:picMkLst>
        </pc:picChg>
        <pc:picChg chg="add mod">
          <ac:chgData name="Mohammad Hemmati" userId="5e4c8864-b60e-4c33-9ab5-79becc45a124" providerId="ADAL" clId="{0AA367D0-20A9-4589-BF11-3BD43FA0EB4A}" dt="2026-06-02T19:45:47.348" v="225" actId="164"/>
          <ac:picMkLst>
            <pc:docMk/>
            <pc:sldMk cId="766738579" sldId="256"/>
            <ac:picMk id="15" creationId="{28AA1CF0-BD64-0B1A-80C2-7D491D851826}"/>
          </ac:picMkLst>
        </pc:picChg>
        <pc:picChg chg="add mod">
          <ac:chgData name="Mohammad Hemmati" userId="5e4c8864-b60e-4c33-9ab5-79becc45a124" providerId="ADAL" clId="{0AA367D0-20A9-4589-BF11-3BD43FA0EB4A}" dt="2026-06-02T19:22:54.890" v="198" actId="1036"/>
          <ac:picMkLst>
            <pc:docMk/>
            <pc:sldMk cId="766738579" sldId="256"/>
            <ac:picMk id="17" creationId="{7AE0E986-60B6-0750-35D2-A4DB1F16ED78}"/>
          </ac:picMkLst>
        </pc:picChg>
        <pc:picChg chg="del">
          <ac:chgData name="Mohammad Hemmati" userId="5e4c8864-b60e-4c33-9ab5-79becc45a124" providerId="ADAL" clId="{0AA367D0-20A9-4589-BF11-3BD43FA0EB4A}" dt="2026-06-02T17:34:17.955" v="29" actId="478"/>
          <ac:picMkLst>
            <pc:docMk/>
            <pc:sldMk cId="766738579" sldId="256"/>
            <ac:picMk id="18" creationId="{B1DC5B67-C534-4377-3EB3-C433AE0273E2}"/>
          </ac:picMkLst>
        </pc:picChg>
        <pc:picChg chg="del">
          <ac:chgData name="Mohammad Hemmati" userId="5e4c8864-b60e-4c33-9ab5-79becc45a124" providerId="ADAL" clId="{0AA367D0-20A9-4589-BF11-3BD43FA0EB4A}" dt="2026-06-02T17:34:16.028" v="28" actId="478"/>
          <ac:picMkLst>
            <pc:docMk/>
            <pc:sldMk cId="766738579" sldId="256"/>
            <ac:picMk id="20" creationId="{AF31F585-0546-3C94-129E-D6810B8D37DC}"/>
          </ac:picMkLst>
        </pc:picChg>
        <pc:picChg chg="add mod ord">
          <ac:chgData name="Mohammad Hemmati" userId="5e4c8864-b60e-4c33-9ab5-79becc45a124" providerId="ADAL" clId="{0AA367D0-20A9-4589-BF11-3BD43FA0EB4A}" dt="2026-06-02T19:45:47.348" v="225" actId="164"/>
          <ac:picMkLst>
            <pc:docMk/>
            <pc:sldMk cId="766738579" sldId="256"/>
            <ac:picMk id="21" creationId="{57CEC49F-A854-E445-82B5-D230AC5B5E21}"/>
          </ac:picMkLst>
        </pc:picChg>
        <pc:picChg chg="del">
          <ac:chgData name="Mohammad Hemmati" userId="5e4c8864-b60e-4c33-9ab5-79becc45a124" providerId="ADAL" clId="{0AA367D0-20A9-4589-BF11-3BD43FA0EB4A}" dt="2026-06-02T17:34:19.821" v="30" actId="478"/>
          <ac:picMkLst>
            <pc:docMk/>
            <pc:sldMk cId="766738579" sldId="256"/>
            <ac:picMk id="22" creationId="{039D2D3C-75FB-D643-84C6-50C8163E8F21}"/>
          </ac:picMkLst>
        </pc:picChg>
        <pc:picChg chg="del">
          <ac:chgData name="Mohammad Hemmati" userId="5e4c8864-b60e-4c33-9ab5-79becc45a124" providerId="ADAL" clId="{0AA367D0-20A9-4589-BF11-3BD43FA0EB4A}" dt="2026-06-02T17:34:23.527" v="32" actId="478"/>
          <ac:picMkLst>
            <pc:docMk/>
            <pc:sldMk cId="766738579" sldId="256"/>
            <ac:picMk id="24" creationId="{DFEDE0C9-DD38-71AA-C522-4F9F6DC9DAB1}"/>
          </ac:picMkLst>
        </pc:picChg>
        <pc:picChg chg="add del mod">
          <ac:chgData name="Mohammad Hemmati" userId="5e4c8864-b60e-4c33-9ab5-79becc45a124" providerId="ADAL" clId="{0AA367D0-20A9-4589-BF11-3BD43FA0EB4A}" dt="2026-06-02T19:23:56.865" v="200" actId="478"/>
          <ac:picMkLst>
            <pc:docMk/>
            <pc:sldMk cId="766738579" sldId="256"/>
            <ac:picMk id="25" creationId="{CF3E1D54-A23D-14A3-3111-FB1516821D43}"/>
          </ac:picMkLst>
        </pc:picChg>
        <pc:picChg chg="del">
          <ac:chgData name="Mohammad Hemmati" userId="5e4c8864-b60e-4c33-9ab5-79becc45a124" providerId="ADAL" clId="{0AA367D0-20A9-4589-BF11-3BD43FA0EB4A}" dt="2026-06-02T17:34:21.699" v="31" actId="478"/>
          <ac:picMkLst>
            <pc:docMk/>
            <pc:sldMk cId="766738579" sldId="256"/>
            <ac:picMk id="26" creationId="{79A199E8-B850-8993-265C-DD8D6EFA0AA7}"/>
          </ac:picMkLst>
        </pc:picChg>
        <pc:picChg chg="add mod">
          <ac:chgData name="Mohammad Hemmati" userId="5e4c8864-b60e-4c33-9ab5-79becc45a124" providerId="ADAL" clId="{0AA367D0-20A9-4589-BF11-3BD43FA0EB4A}" dt="2026-06-02T19:45:47.348" v="225" actId="164"/>
          <ac:picMkLst>
            <pc:docMk/>
            <pc:sldMk cId="766738579" sldId="256"/>
            <ac:picMk id="28" creationId="{F9D27662-B423-D702-33C3-5ADAB8A4B8C9}"/>
          </ac:picMkLst>
        </pc:picChg>
        <pc:picChg chg="del">
          <ac:chgData name="Mohammad Hemmati" userId="5e4c8864-b60e-4c33-9ab5-79becc45a124" providerId="ADAL" clId="{0AA367D0-20A9-4589-BF11-3BD43FA0EB4A}" dt="2026-06-02T17:34:10.324" v="25" actId="478"/>
          <ac:picMkLst>
            <pc:docMk/>
            <pc:sldMk cId="766738579" sldId="256"/>
            <ac:picMk id="30" creationId="{27F9F592-7D7C-63C9-F8CA-1DE1D1D34F51}"/>
          </ac:picMkLst>
        </pc:picChg>
        <pc:picChg chg="add mod">
          <ac:chgData name="Mohammad Hemmati" userId="5e4c8864-b60e-4c33-9ab5-79becc45a124" providerId="ADAL" clId="{0AA367D0-20A9-4589-BF11-3BD43FA0EB4A}" dt="2026-06-02T19:45:47.348" v="225" actId="164"/>
          <ac:picMkLst>
            <pc:docMk/>
            <pc:sldMk cId="766738579" sldId="256"/>
            <ac:picMk id="31" creationId="{F7ECC8B7-2F63-668A-74CC-F9075728D38F}"/>
          </ac:picMkLst>
        </pc:picChg>
        <pc:picChg chg="del">
          <ac:chgData name="Mohammad Hemmati" userId="5e4c8864-b60e-4c33-9ab5-79becc45a124" providerId="ADAL" clId="{0AA367D0-20A9-4589-BF11-3BD43FA0EB4A}" dt="2026-06-02T17:34:12.932" v="26" actId="478"/>
          <ac:picMkLst>
            <pc:docMk/>
            <pc:sldMk cId="766738579" sldId="256"/>
            <ac:picMk id="32" creationId="{6440F458-2E79-B003-5691-B669113B56EB}"/>
          </ac:picMkLst>
        </pc:picChg>
        <pc:picChg chg="add mod">
          <ac:chgData name="Mohammad Hemmati" userId="5e4c8864-b60e-4c33-9ab5-79becc45a124" providerId="ADAL" clId="{0AA367D0-20A9-4589-BF11-3BD43FA0EB4A}" dt="2026-06-02T19:45:47.348" v="225" actId="164"/>
          <ac:picMkLst>
            <pc:docMk/>
            <pc:sldMk cId="766738579" sldId="256"/>
            <ac:picMk id="34" creationId="{347ECF53-163C-2631-81CE-27799542A632}"/>
          </ac:picMkLst>
        </pc:picChg>
        <pc:picChg chg="del mod">
          <ac:chgData name="Mohammad Hemmati" userId="5e4c8864-b60e-4c33-9ab5-79becc45a124" providerId="ADAL" clId="{0AA367D0-20A9-4589-BF11-3BD43FA0EB4A}" dt="2026-06-02T19:22:18.248" v="168" actId="478"/>
          <ac:picMkLst>
            <pc:docMk/>
            <pc:sldMk cId="766738579" sldId="256"/>
            <ac:picMk id="35" creationId="{A6827837-4D42-8C87-6584-96AD8B662D8C}"/>
          </ac:picMkLst>
        </pc:picChg>
        <pc:picChg chg="del">
          <ac:chgData name="Mohammad Hemmati" userId="5e4c8864-b60e-4c33-9ab5-79becc45a124" providerId="ADAL" clId="{0AA367D0-20A9-4589-BF11-3BD43FA0EB4A}" dt="2026-06-02T19:33:58.739" v="214" actId="478"/>
          <ac:picMkLst>
            <pc:docMk/>
            <pc:sldMk cId="766738579" sldId="256"/>
            <ac:picMk id="41" creationId="{6085C6B4-AF0A-384D-44F2-0052862925B6}"/>
          </ac:picMkLst>
        </pc:picChg>
        <pc:picChg chg="del">
          <ac:chgData name="Mohammad Hemmati" userId="5e4c8864-b60e-4c33-9ab5-79becc45a124" providerId="ADAL" clId="{0AA367D0-20A9-4589-BF11-3BD43FA0EB4A}" dt="2026-06-02T19:34:11.684" v="218" actId="478"/>
          <ac:picMkLst>
            <pc:docMk/>
            <pc:sldMk cId="766738579" sldId="256"/>
            <ac:picMk id="44" creationId="{DD3C6C81-F341-3BDF-04FB-2A40ACCA531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DEBB0-AB07-40CA-98E2-8DAFDAD3FE7A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30363" y="1143000"/>
            <a:ext cx="3597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F0DB1-9D7F-4B18-A72C-E61F6BDEBA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786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30363" y="1143000"/>
            <a:ext cx="35972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F0DB1-9D7F-4B18-A72C-E61F6BDEBA2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874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11604"/>
            <a:ext cx="10363200" cy="364109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493108"/>
            <a:ext cx="9144000" cy="252503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928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469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607353"/>
            <a:ext cx="10515600" cy="4350424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998933"/>
            <a:ext cx="10515600" cy="228778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7440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784078"/>
            <a:ext cx="5181600" cy="6635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784078"/>
            <a:ext cx="5181600" cy="6635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76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56818"/>
            <a:ext cx="10515600" cy="20214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563773"/>
            <a:ext cx="5157787" cy="125646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820239"/>
            <a:ext cx="5157787" cy="561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563773"/>
            <a:ext cx="5183188" cy="125646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820239"/>
            <a:ext cx="5183188" cy="561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580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999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3510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97230"/>
            <a:ext cx="3932237" cy="244030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505825"/>
            <a:ext cx="6172200" cy="743227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37535"/>
            <a:ext cx="3932237" cy="581267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357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97230"/>
            <a:ext cx="3932237" cy="244030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505825"/>
            <a:ext cx="6172200" cy="7432278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37535"/>
            <a:ext cx="3932237" cy="5812672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943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729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56816"/>
            <a:ext cx="2628900" cy="88630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56816"/>
            <a:ext cx="7734300" cy="88630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063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56818"/>
            <a:ext cx="10515600" cy="2021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784078"/>
            <a:ext cx="10515600" cy="66357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9693436"/>
            <a:ext cx="2743200" cy="556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7D3916-ADA1-42F6-8F1C-7F46CEFA546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9693436"/>
            <a:ext cx="4114800" cy="556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9693436"/>
            <a:ext cx="2743200" cy="5568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60C135-C8B2-4B3B-B074-E2CC4EC2AD6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75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102FD9D1-1D31-0DC4-3C03-18425AE7F0AA}"/>
              </a:ext>
            </a:extLst>
          </p:cNvPr>
          <p:cNvGrpSpPr/>
          <p:nvPr/>
        </p:nvGrpSpPr>
        <p:grpSpPr>
          <a:xfrm>
            <a:off x="-624087" y="55589"/>
            <a:ext cx="12894461" cy="10389727"/>
            <a:chOff x="-624087" y="55589"/>
            <a:chExt cx="12894461" cy="10389727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7CEC49F-A854-E445-82B5-D230AC5B5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4087" y="3644466"/>
              <a:ext cx="12681615" cy="6800850"/>
            </a:xfrm>
            <a:prstGeom prst="rect">
              <a:avLst/>
            </a:prstGeom>
          </p:spPr>
        </p:pic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5FD3CA9B-0F67-4109-5173-4A32BDA84C2F}"/>
                </a:ext>
              </a:extLst>
            </p:cNvPr>
            <p:cNvGrpSpPr/>
            <p:nvPr/>
          </p:nvGrpSpPr>
          <p:grpSpPr>
            <a:xfrm>
              <a:off x="5256311" y="55589"/>
              <a:ext cx="6658664" cy="3996887"/>
              <a:chOff x="3315257" y="95047"/>
              <a:chExt cx="6658664" cy="3996887"/>
            </a:xfrm>
          </p:grpSpPr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801BD650-F228-CE09-C7FA-DE58D3E12D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24506" y="95047"/>
                <a:ext cx="5464013" cy="152413"/>
              </a:xfrm>
              <a:prstGeom prst="rect">
                <a:avLst/>
              </a:prstGeom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FD23DB3-AC76-C5D4-C7FA-EC5F8DFAEC47}"/>
                  </a:ext>
                </a:extLst>
              </p:cNvPr>
              <p:cNvSpPr txBox="1"/>
              <p:nvPr/>
            </p:nvSpPr>
            <p:spPr>
              <a:xfrm>
                <a:off x="7264339" y="3772477"/>
                <a:ext cx="27095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>
                    <a:latin typeface="Palatino Linotype" panose="02040502050505030304" pitchFamily="18" charset="0"/>
                  </a:rPr>
                  <a:t>Level of Hydrogen adoption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6DBE963-9CDB-408F-9441-2EF66E87B876}"/>
                  </a:ext>
                </a:extLst>
              </p:cNvPr>
              <p:cNvSpPr txBox="1"/>
              <p:nvPr/>
            </p:nvSpPr>
            <p:spPr>
              <a:xfrm>
                <a:off x="3315257" y="3784157"/>
                <a:ext cx="27095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400" dirty="0">
                    <a:latin typeface="Palatino Linotype" panose="02040502050505030304" pitchFamily="18" charset="0"/>
                  </a:rPr>
                  <a:t>Level of Electrification</a:t>
                </a:r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E491286-59FD-B67B-0375-DE24C44F9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8690" y="6211426"/>
              <a:ext cx="2011684" cy="365760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06752C3-2BE5-7BB9-66DF-CC14D5A3D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5985" y="6101285"/>
              <a:ext cx="2011684" cy="365760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479750A-3A67-1A80-EDBC-7F57FA3B9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2619" y="4965302"/>
              <a:ext cx="2011684" cy="365760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D0121F3-BEB5-71E1-5700-2DA0F33DA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6749" y="5991144"/>
              <a:ext cx="2011684" cy="365760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0C4E04E-9394-4D67-5E5A-F76F4591B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2021" y="4613594"/>
              <a:ext cx="2011684" cy="365760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8AA1CF0-BD64-0B1A-80C2-7D491D851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71" y="1064683"/>
              <a:ext cx="2011684" cy="3657607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AE0E986-60B6-0750-35D2-A4DB1F16E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59487" y="3524087"/>
              <a:ext cx="2011684" cy="3657607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F9D27662-B423-D702-33C3-5ADAB8A4B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0" y="10156644"/>
              <a:ext cx="12192000" cy="247091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7ECC8B7-2F63-668A-74CC-F9075728D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1952" y="161250"/>
              <a:ext cx="3657607" cy="3657607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47ECF53-163C-2631-81CE-27799542A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34393" y="161249"/>
              <a:ext cx="3657607" cy="36576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66738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348</TotalTime>
  <Words>8</Words>
  <Application>Microsoft Office PowerPoint</Application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Palatino Linotype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Hemmati</dc:creator>
  <cp:lastModifiedBy>Mohammad Hemmati</cp:lastModifiedBy>
  <cp:revision>1</cp:revision>
  <dcterms:created xsi:type="dcterms:W3CDTF">2026-06-02T10:52:28Z</dcterms:created>
  <dcterms:modified xsi:type="dcterms:W3CDTF">2026-06-02T19:45:53Z</dcterms:modified>
</cp:coreProperties>
</file>