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16217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4FBD54-5B5C-4628-8D12-E09DF11DA084}" v="2" dt="2026-10-07T14:48:47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99" d="100"/>
          <a:sy n="299" d="100"/>
        </p:scale>
        <p:origin x="442" y="-26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modSld">
      <pc:chgData name="Mohammad Hemmati" userId="5e4c8864-b60e-4c33-9ab5-79becc45a124" providerId="ADAL" clId="{0AA367D0-20A9-4589-BF11-3BD43FA0EB4A}" dt="2026-10-07T14:48:47.655" v="16" actId="164"/>
      <pc:docMkLst>
        <pc:docMk/>
      </pc:docMkLst>
      <pc:sldChg chg="addSp modSp mod">
        <pc:chgData name="Mohammad Hemmati" userId="5e4c8864-b60e-4c33-9ab5-79becc45a124" providerId="ADAL" clId="{0AA367D0-20A9-4589-BF11-3BD43FA0EB4A}" dt="2026-10-07T14:48:47.655" v="16" actId="164"/>
        <pc:sldMkLst>
          <pc:docMk/>
          <pc:sldMk cId="1900361499" sldId="257"/>
        </pc:sldMkLst>
        <pc:spChg chg="add mod">
          <ac:chgData name="Mohammad Hemmati" userId="5e4c8864-b60e-4c33-9ab5-79becc45a124" providerId="ADAL" clId="{0AA367D0-20A9-4589-BF11-3BD43FA0EB4A}" dt="2026-10-07T14:48:47.655" v="16" actId="164"/>
          <ac:spMkLst>
            <pc:docMk/>
            <pc:sldMk cId="1900361499" sldId="257"/>
            <ac:spMk id="2" creationId="{3D91948E-1F69-62B2-9B4E-EEC46F6B2456}"/>
          </ac:spMkLst>
        </pc:spChg>
        <pc:grpChg chg="add mod">
          <ac:chgData name="Mohammad Hemmati" userId="5e4c8864-b60e-4c33-9ab5-79becc45a124" providerId="ADAL" clId="{0AA367D0-20A9-4589-BF11-3BD43FA0EB4A}" dt="2026-10-07T14:48:47.655" v="16" actId="164"/>
          <ac:grpSpMkLst>
            <pc:docMk/>
            <pc:sldMk cId="1900361499" sldId="257"/>
            <ac:grpSpMk id="3" creationId="{0D86E894-4018-4812-D611-3C22A6658A5B}"/>
          </ac:grpSpMkLst>
        </pc:grpChg>
        <pc:grpChg chg="mod">
          <ac:chgData name="Mohammad Hemmati" userId="5e4c8864-b60e-4c33-9ab5-79becc45a124" providerId="ADAL" clId="{0AA367D0-20A9-4589-BF11-3BD43FA0EB4A}" dt="2026-10-07T14:48:47.655" v="16" actId="164"/>
          <ac:grpSpMkLst>
            <pc:docMk/>
            <pc:sldMk cId="1900361499" sldId="257"/>
            <ac:grpSpMk id="69" creationId="{C23A1D7B-04FF-5AAE-364A-F284886523BD}"/>
          </ac:grpSpMkLst>
        </pc:gr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Book1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Book1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Book1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water!$B$2:$B$11</cx:f>
        <cx:lvl ptCount="10">
          <cx:pt idx="0">Nuclear</cx:pt>
          <cx:pt idx="1">CCGT</cx:pt>
          <cx:pt idx="2">CCGT-CCS</cx:pt>
          <cx:pt idx="3">H2CCGT</cx:pt>
          <cx:pt idx="4">Biomass</cx:pt>
          <cx:pt idx="5">BECCS</cx:pt>
          <cx:pt idx="6">ATRCCS</cx:pt>
          <cx:pt idx="7">SMRCCS</cx:pt>
          <cx:pt idx="8">WE</cx:pt>
          <cx:pt idx="9">BGCCS</cx:pt>
        </cx:lvl>
      </cx:strDim>
      <cx:numDim type="size">
        <cx:f>water!$C$2:$C$11</cx:f>
        <cx:lvl ptCount="10" formatCode="General">
          <cx:pt idx="0">440</cx:pt>
          <cx:pt idx="1">13</cx:pt>
          <cx:pt idx="2">82</cx:pt>
          <cx:pt idx="3">3</cx:pt>
          <cx:pt idx="4">0</cx:pt>
          <cx:pt idx="5">1</cx:pt>
          <cx:pt idx="6">236</cx:pt>
          <cx:pt idx="7">39</cx:pt>
          <cx:pt idx="8">6</cx:pt>
          <cx:pt idx="9">23</cx:pt>
        </cx:lvl>
      </cx:numDim>
    </cx:data>
  </cx:chartData>
  <cx:chart>
    <cx:plotArea>
      <cx:plotAreaRegion>
        <cx:series layoutId="treemap" uniqueId="{00000000-D7C5-45D1-872E-CB1596B4E0E3}">
          <cx:dataPt idx="0">
            <cx:spPr>
              <a:solidFill>
                <a:srgbClr val="002060"/>
              </a:solidFill>
            </cx:spPr>
          </cx:dataPt>
          <cx:dataPt idx="2">
            <cx:spPr>
              <a:solidFill>
                <a:srgbClr val="FF0000">
                  <a:alpha val="85000"/>
                </a:srgbClr>
              </a:solidFill>
            </cx:spPr>
          </cx:dataPt>
          <cx:dataPt idx="3">
            <cx:spPr>
              <a:solidFill>
                <a:srgbClr val="A02B93">
                  <a:lumMod val="60000"/>
                  <a:lumOff val="40000"/>
                </a:srgbClr>
              </a:solidFill>
            </cx:spPr>
          </cx:dataPt>
          <cx:dataPt idx="5">
            <cx:spPr>
              <a:solidFill>
                <a:srgbClr val="FFC000"/>
              </a:solidFill>
            </cx:spPr>
          </cx:dataPt>
          <cx:dataPt idx="6">
            <cx:spPr>
              <a:solidFill>
                <a:srgbClr val="33CCCC"/>
              </a:solidFill>
            </cx:spPr>
          </cx:dataPt>
          <cx:dataPt idx="7">
            <cx:spPr>
              <a:solidFill>
                <a:srgbClr val="99CCFF"/>
              </a:solidFill>
            </cx:spPr>
          </cx:dataPt>
          <cx:dataPt idx="8">
            <cx:spPr>
              <a:solidFill>
                <a:srgbClr val="00FFFF"/>
              </a:solidFill>
            </cx:spPr>
          </cx:dataPt>
          <cx:dataPt idx="9">
            <cx:spPr>
              <a:solidFill>
                <a:srgbClr val="4EA72E">
                  <a:lumMod val="75000"/>
                </a:srgbClr>
              </a:solidFill>
            </cx:spPr>
          </cx:dataPt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200">
                    <a:latin typeface="Palatino Linotype" panose="02040502050505030304" pitchFamily="18" charset="0"/>
                    <a:ea typeface="Palatino Linotype" panose="02040502050505030304" pitchFamily="18" charset="0"/>
                    <a:cs typeface="Palatino Linotype" panose="02040502050505030304" pitchFamily="18" charset="0"/>
                  </a:defRPr>
                </a:pPr>
                <a:endParaRPr lang="en-US" sz="1200" b="0" i="0" u="none" strike="noStrike" baseline="0">
                  <a:solidFill>
                    <a:sysClr val="window" lastClr="FFFFFF"/>
                  </a:solidFill>
                  <a:latin typeface="Palatino Linotype" panose="02040502050505030304" pitchFamily="18" charset="0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400"/>
                  </a:pPr>
                  <a:r>
                    <a:rPr lang="en-US" sz="1400" b="0" i="0" u="none" strike="noStrike" baseline="0">
                      <a:solidFill>
                        <a:sysClr val="window" lastClr="FFFFFF"/>
                      </a:solidFill>
                      <a:latin typeface="Palatino Linotype" panose="02040502050505030304" pitchFamily="18" charset="0"/>
                    </a:rPr>
                    <a:t>Nuclear
440</a:t>
                  </a:r>
                </a:p>
              </cx:txPr>
              <cx:visibility seriesName="0" categoryName="1" value="1"/>
              <cx:separator>
</cx:separator>
            </cx:dataLabel>
            <cx:dataLabelHidden idx="3"/>
            <cx:dataLabelHidden idx="5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air!$A$1:$A$10</cx:f>
        <cx:lvl ptCount="10">
          <cx:pt idx="0">Nuclear</cx:pt>
          <cx:pt idx="1">CCGT</cx:pt>
          <cx:pt idx="2">CCGT-CCS</cx:pt>
          <cx:pt idx="3">H2CCGT</cx:pt>
          <cx:pt idx="4">Biomass</cx:pt>
          <cx:pt idx="5">BECCS</cx:pt>
          <cx:pt idx="6">ATRCCS</cx:pt>
          <cx:pt idx="7">SMRCCS</cx:pt>
          <cx:pt idx="8">WE</cx:pt>
          <cx:pt idx="9">BGCCS</cx:pt>
        </cx:lvl>
      </cx:strDim>
      <cx:numDim type="size">
        <cx:f>air!$B$1:$B$10</cx:f>
        <cx:lvl ptCount="10" formatCode="General">
          <cx:pt idx="0">437</cx:pt>
          <cx:pt idx="1">13.300000000000001</cx:pt>
          <cx:pt idx="2">80</cx:pt>
          <cx:pt idx="3">3</cx:pt>
          <cx:pt idx="4">0</cx:pt>
          <cx:pt idx="5">0</cx:pt>
          <cx:pt idx="6">253</cx:pt>
          <cx:pt idx="7">30</cx:pt>
          <cx:pt idx="8">2</cx:pt>
          <cx:pt idx="9">24</cx:pt>
        </cx:lvl>
      </cx:numDim>
    </cx:data>
  </cx:chartData>
  <cx:chart>
    <cx:plotArea>
      <cx:plotAreaRegion>
        <cx:series layoutId="treemap" uniqueId="{00000000-CBBD-44CA-9787-65C332EA9B34}">
          <cx:dataPt idx="0">
            <cx:spPr>
              <a:solidFill>
                <a:srgbClr val="002060"/>
              </a:solidFill>
            </cx:spPr>
          </cx:dataPt>
          <cx:dataPt idx="2">
            <cx:spPr>
              <a:solidFill>
                <a:srgbClr val="FF0000"/>
              </a:solidFill>
            </cx:spPr>
          </cx:dataPt>
          <cx:dataPt idx="3">
            <cx:spPr>
              <a:solidFill>
                <a:srgbClr val="A02B93">
                  <a:lumMod val="60000"/>
                  <a:lumOff val="40000"/>
                </a:srgbClr>
              </a:solidFill>
            </cx:spPr>
          </cx:dataPt>
          <cx:dataPt idx="6">
            <cx:spPr>
              <a:solidFill>
                <a:srgbClr val="33CCCC"/>
              </a:solidFill>
            </cx:spPr>
          </cx:dataPt>
          <cx:dataPt idx="7">
            <cx:spPr>
              <a:solidFill>
                <a:srgbClr val="99CCFF"/>
              </a:solidFill>
            </cx:spPr>
          </cx:dataPt>
          <cx:dataPt idx="8">
            <cx:spPr>
              <a:solidFill>
                <a:srgbClr val="00FFFF"/>
              </a:solidFill>
            </cx:spPr>
          </cx:dataPt>
          <cx:dataPt idx="9">
            <cx:spPr>
              <a:solidFill>
                <a:srgbClr val="3B7D23"/>
              </a:solidFill>
            </cx:spPr>
          </cx:dataPt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300">
                    <a:latin typeface="Palatino Linotype" panose="02040502050505030304" pitchFamily="18" charset="0"/>
                    <a:ea typeface="Palatino Linotype" panose="02040502050505030304" pitchFamily="18" charset="0"/>
                    <a:cs typeface="Palatino Linotype" panose="02040502050505030304" pitchFamily="18" charset="0"/>
                  </a:defRPr>
                </a:pPr>
                <a:endParaRPr lang="en-US" sz="1300" b="0" i="0" u="none" strike="noStrike" baseline="0">
                  <a:solidFill>
                    <a:sysClr val="window" lastClr="FFFFFF"/>
                  </a:solidFill>
                  <a:latin typeface="Palatino Linotype" panose="02040502050505030304" pitchFamily="18" charset="0"/>
                </a:endParaRPr>
              </a:p>
            </cx:txPr>
            <cx:visibility seriesName="0" categoryName="1" value="1"/>
            <cx:separator>
</cx:separator>
            <cx:dataLabelHidden idx="3"/>
            <cx:dataLabelHidden idx="8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D2D!$A$1:$A$10</cx:f>
        <cx:lvl ptCount="10">
          <cx:pt idx="0">Nuclear</cx:pt>
          <cx:pt idx="1">CCGT</cx:pt>
          <cx:pt idx="2">CCGT-CCS</cx:pt>
          <cx:pt idx="3">H2CCGT</cx:pt>
          <cx:pt idx="4">Biomass</cx:pt>
          <cx:pt idx="5">BECCS</cx:pt>
          <cx:pt idx="6">ATRCCS</cx:pt>
          <cx:pt idx="7">SMRCCS</cx:pt>
          <cx:pt idx="8">WE</cx:pt>
          <cx:pt idx="9">BGCCS</cx:pt>
        </cx:lvl>
      </cx:strDim>
      <cx:numDim type="size">
        <cx:f>D2D!$B$1:$B$10</cx:f>
        <cx:lvl ptCount="10" formatCode="General">
          <cx:pt idx="0">439</cx:pt>
          <cx:pt idx="1">15</cx:pt>
          <cx:pt idx="2">78</cx:pt>
          <cx:pt idx="3">2</cx:pt>
          <cx:pt idx="4">0</cx:pt>
          <cx:pt idx="5">0</cx:pt>
          <cx:pt idx="6">252</cx:pt>
          <cx:pt idx="7">30</cx:pt>
          <cx:pt idx="8">1</cx:pt>
          <cx:pt idx="9">27</cx:pt>
        </cx:lvl>
      </cx:numDim>
    </cx:data>
  </cx:chartData>
  <cx:chart>
    <cx:plotArea>
      <cx:plotAreaRegion>
        <cx:series layoutId="treemap" uniqueId="{00000000-52CF-4FE7-B434-0DE4063D6E70}">
          <cx:dataPt idx="0">
            <cx:spPr>
              <a:solidFill>
                <a:srgbClr val="002060"/>
              </a:solidFill>
            </cx:spPr>
          </cx:dataPt>
          <cx:dataPt idx="2">
            <cx:spPr>
              <a:solidFill>
                <a:srgbClr val="FF0000"/>
              </a:solidFill>
            </cx:spPr>
          </cx:dataPt>
          <cx:dataPt idx="3">
            <cx:spPr>
              <a:solidFill>
                <a:srgbClr val="A02B93">
                  <a:lumMod val="60000"/>
                  <a:lumOff val="40000"/>
                </a:srgbClr>
              </a:solidFill>
            </cx:spPr>
          </cx:dataPt>
          <cx:dataPt idx="6">
            <cx:spPr>
              <a:solidFill>
                <a:srgbClr val="33CCCC"/>
              </a:solidFill>
            </cx:spPr>
          </cx:dataPt>
          <cx:dataPt idx="7">
            <cx:spPr>
              <a:solidFill>
                <a:srgbClr val="99CCFF"/>
              </a:solidFill>
            </cx:spPr>
          </cx:dataPt>
          <cx:dataPt idx="8">
            <cx:spPr>
              <a:solidFill>
                <a:srgbClr val="00FFFF"/>
              </a:solidFill>
            </cx:spPr>
          </cx:dataPt>
          <cx:dataPt idx="9">
            <cx:spPr>
              <a:solidFill>
                <a:srgbClr val="4EA72E"/>
              </a:solidFill>
            </cx:spPr>
          </cx:dataPt>
          <cx:dataLabels pos="inEnd">
            <cx:txPr>
              <a:bodyPr vertOverflow="overflow" horzOverflow="overflow" wrap="square" lIns="0" tIns="0" rIns="0" bIns="0"/>
              <a:lstStyle/>
              <a:p>
                <a:pPr algn="ctr" rtl="0">
                  <a:defRPr sz="1300" b="0" i="0">
                    <a:solidFill>
                      <a:srgbClr val="FFFFFF"/>
                    </a:solidFill>
                    <a:latin typeface="Palatino Linotype" panose="02040502050505030304" pitchFamily="18" charset="0"/>
                    <a:ea typeface="Palatino Linotype" panose="02040502050505030304" pitchFamily="18" charset="0"/>
                    <a:cs typeface="Palatino Linotype" panose="02040502050505030304" pitchFamily="18" charset="0"/>
                  </a:defRPr>
                </a:pPr>
                <a:endParaRPr lang="en-GB" sz="1300">
                  <a:latin typeface="Palatino Linotype" panose="02040502050505030304" pitchFamily="18" charset="0"/>
                </a:endParaRPr>
              </a:p>
            </cx:txPr>
            <cx:visibility seriesName="0" categoryName="1" value="1"/>
            <cx:separator>
</cx:separator>
            <cx:dataLabelHidden idx="3"/>
            <cx:dataLabelHidden idx="8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91699-A857-4E1B-A9C7-0BAADE3765B7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8538" y="1143000"/>
            <a:ext cx="2320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2CA13-E0A3-470A-A842-76FD7099BF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54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2CA13-E0A3-470A-A842-76FD7099BF3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456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54181"/>
            <a:ext cx="10363200" cy="564623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18153"/>
            <a:ext cx="9144000" cy="391557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5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9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43217"/>
            <a:ext cx="10515600" cy="674619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53234"/>
            <a:ext cx="10515600" cy="354766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0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17265"/>
            <a:ext cx="5181600" cy="102901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17265"/>
            <a:ext cx="5181600" cy="102901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78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3457"/>
            <a:ext cx="10515600" cy="31347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75639"/>
            <a:ext cx="5157787" cy="19483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24039"/>
            <a:ext cx="5157787" cy="8713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75639"/>
            <a:ext cx="5183188" cy="19483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24039"/>
            <a:ext cx="5183188" cy="8713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06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67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59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1193"/>
            <a:ext cx="3932237" cy="37841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35081"/>
            <a:ext cx="6172200" cy="1152522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65370"/>
            <a:ext cx="3932237" cy="9013700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3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1193"/>
            <a:ext cx="3932237" cy="378417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35081"/>
            <a:ext cx="6172200" cy="1152522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65370"/>
            <a:ext cx="3932237" cy="9013700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04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45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3453"/>
            <a:ext cx="2628900" cy="137439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3453"/>
            <a:ext cx="7734300" cy="137439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85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3457"/>
            <a:ext cx="10515600" cy="3134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17265"/>
            <a:ext cx="10515600" cy="10290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31594"/>
            <a:ext cx="2743200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43F5-B908-477B-BDE0-920CDD7EFE0D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31594"/>
            <a:ext cx="4114800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31594"/>
            <a:ext cx="2743200" cy="863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E1A7F-50E5-498A-8496-CCBAA4FD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30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14/relationships/chartEx" Target="../charts/chartEx1.xml"/><Relationship Id="rId7" Type="http://schemas.microsoft.com/office/2014/relationships/chartEx" Target="../charts/chartEx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14/relationships/chartEx" Target="../charts/chartEx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D86E894-4018-4812-D611-3C22A6658A5B}"/>
              </a:ext>
            </a:extLst>
          </p:cNvPr>
          <p:cNvGrpSpPr/>
          <p:nvPr/>
        </p:nvGrpSpPr>
        <p:grpSpPr>
          <a:xfrm>
            <a:off x="-143157" y="350833"/>
            <a:ext cx="12500300" cy="15652840"/>
            <a:chOff x="-143157" y="350833"/>
            <a:chExt cx="12500300" cy="1565284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23A1D7B-04FF-5AAE-364A-F284886523BD}"/>
                </a:ext>
              </a:extLst>
            </p:cNvPr>
            <p:cNvGrpSpPr/>
            <p:nvPr/>
          </p:nvGrpSpPr>
          <p:grpSpPr>
            <a:xfrm>
              <a:off x="-143157" y="350833"/>
              <a:ext cx="12500300" cy="15652840"/>
              <a:chOff x="-143157" y="350833"/>
              <a:chExt cx="12500300" cy="1565284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7A88BE-A45B-D552-CB12-2B8B532EBA85}"/>
                  </a:ext>
                </a:extLst>
              </p:cNvPr>
              <p:cNvSpPr txBox="1"/>
              <p:nvPr/>
            </p:nvSpPr>
            <p:spPr>
              <a:xfrm>
                <a:off x="11127482" y="4713777"/>
                <a:ext cx="11957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latin typeface="Palatino Linotype" panose="02040502050505030304" pitchFamily="18" charset="0"/>
                  </a:rPr>
                  <a:t>WE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E76F96-01F4-F33B-9E89-2B6B3722EA7A}"/>
                  </a:ext>
                </a:extLst>
              </p:cNvPr>
              <p:cNvSpPr txBox="1"/>
              <p:nvPr/>
            </p:nvSpPr>
            <p:spPr>
              <a:xfrm>
                <a:off x="11148809" y="5172202"/>
                <a:ext cx="11957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latin typeface="Palatino Linotype" panose="02040502050505030304" pitchFamily="18" charset="0"/>
                  </a:rPr>
                  <a:t>H2CCGT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2316CED-8A51-884D-A8B8-D300EE1E56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5502" y="4855087"/>
                <a:ext cx="374695" cy="265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8779D8C-7950-8ED8-1197-6FA63EC80C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66757" y="5344787"/>
                <a:ext cx="476092" cy="3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770A95-4557-2F60-C2AF-FA0A6E8A103E}"/>
                  </a:ext>
                </a:extLst>
              </p:cNvPr>
              <p:cNvSpPr txBox="1"/>
              <p:nvPr/>
            </p:nvSpPr>
            <p:spPr>
              <a:xfrm>
                <a:off x="10928794" y="4782543"/>
                <a:ext cx="25376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3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0F2EF2A-EBF2-831C-4820-7E108B1855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53593" y="5011649"/>
                <a:ext cx="0" cy="12103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8E25117-1B30-0EEE-7A48-3A8A399C42F3}"/>
                  </a:ext>
                </a:extLst>
              </p:cNvPr>
              <p:cNvSpPr txBox="1"/>
              <p:nvPr/>
            </p:nvSpPr>
            <p:spPr>
              <a:xfrm>
                <a:off x="-143157" y="350833"/>
                <a:ext cx="1195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latin typeface="Palatino Linotype" panose="02040502050505030304" pitchFamily="18" charset="0"/>
                  </a:rPr>
                  <a:t>(a)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445BDCC-06BB-CC80-1D7B-19AF87CDE221}"/>
                  </a:ext>
                </a:extLst>
              </p:cNvPr>
              <p:cNvSpPr txBox="1"/>
              <p:nvPr/>
            </p:nvSpPr>
            <p:spPr>
              <a:xfrm>
                <a:off x="-143157" y="5613906"/>
                <a:ext cx="1195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Palatino Linotype" panose="02040502050505030304" pitchFamily="18" charset="0"/>
                  </a:defRPr>
                </a:lvl1pPr>
              </a:lstStyle>
              <a:p>
                <a:r>
                  <a:rPr lang="en-GB" dirty="0"/>
                  <a:t>(b)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89959F9-8E95-FD1C-BC14-7A74C30F15AE}"/>
                  </a:ext>
                </a:extLst>
              </p:cNvPr>
              <p:cNvSpPr txBox="1"/>
              <p:nvPr/>
            </p:nvSpPr>
            <p:spPr>
              <a:xfrm>
                <a:off x="-143157" y="10927124"/>
                <a:ext cx="1195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latin typeface="Palatino Linotype" panose="02040502050505030304" pitchFamily="18" charset="0"/>
                  </a:defRPr>
                </a:lvl1pPr>
              </a:lstStyle>
              <a:p>
                <a:r>
                  <a:rPr lang="en-GB" dirty="0"/>
                  <a:t>(c)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8A8C8DD-41D7-AFB7-606B-CA622A584697}"/>
                  </a:ext>
                </a:extLst>
              </p:cNvPr>
              <p:cNvGrpSpPr/>
              <p:nvPr/>
            </p:nvGrpSpPr>
            <p:grpSpPr>
              <a:xfrm>
                <a:off x="246035" y="6051024"/>
                <a:ext cx="12111108" cy="4560570"/>
                <a:chOff x="246035" y="5695973"/>
                <a:chExt cx="12111108" cy="4560570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B1DD4EA1-EEF4-A39B-FF56-6B89D5FE6F9C}"/>
                    </a:ext>
                  </a:extLst>
                </p:cNvPr>
                <p:cNvGrpSpPr/>
                <p:nvPr/>
              </p:nvGrpSpPr>
              <p:grpSpPr>
                <a:xfrm>
                  <a:off x="246035" y="5695973"/>
                  <a:ext cx="12111108" cy="4560570"/>
                  <a:chOff x="347634" y="1194898"/>
                  <a:chExt cx="12111108" cy="4560570"/>
                </a:xfrm>
              </p:grpSpPr>
              <mc:AlternateContent xmlns:mc="http://schemas.openxmlformats.org/markup-compatibility/2006" xmlns:cx1="http://schemas.microsoft.com/office/drawing/2015/9/8/chartex">
                <mc:Choice Requires="cx1">
                  <p:graphicFrame>
                    <p:nvGraphicFramePr>
                      <p:cNvPr id="13" name="Chart 12">
                        <a:extLst>
                          <a:ext uri="{FF2B5EF4-FFF2-40B4-BE49-F238E27FC236}">
                            <a16:creationId xmlns:a16="http://schemas.microsoft.com/office/drawing/2014/main" id="{0748BE69-DAD8-4D19-5194-1F0D92DD7577}"/>
                          </a:ext>
                        </a:extLst>
                      </p:cNvPr>
                      <p:cNvGraphicFramePr/>
                      <p:nvPr>
                        <p:extLst>
                          <p:ext uri="{D42A27DB-BD31-4B8C-83A1-F6EECF244321}">
                            <p14:modId xmlns:p14="http://schemas.microsoft.com/office/powerpoint/2010/main" val="912842637"/>
                          </p:ext>
                        </p:extLst>
                      </p:nvPr>
                    </p:nvGraphicFramePr>
                    <p:xfrm>
                      <a:off x="347634" y="1194898"/>
                      <a:ext cx="11071860" cy="4560570"/>
                    </p:xfrm>
                    <a:graphic>
                      <a:graphicData uri="http://schemas.microsoft.com/office/drawing/2014/chartex">
                        <cx:chart xmlns:cx="http://schemas.microsoft.com/office/drawing/2014/chartex" xmlns:r="http://schemas.openxmlformats.org/officeDocument/2006/relationships" r:id="rId3"/>
                      </a:graphicData>
                    </a:graphic>
                  </p:graphicFrame>
                </mc:Choice>
                <mc:Fallback xmlns="">
                  <p:pic>
                    <p:nvPicPr>
                      <p:cNvPr id="13" name="Chart 12">
                        <a:extLst>
                          <a:ext uri="{FF2B5EF4-FFF2-40B4-BE49-F238E27FC236}">
                            <a16:creationId xmlns:a16="http://schemas.microsoft.com/office/drawing/2014/main" id="{0748BE69-DAD8-4D19-5194-1F0D92DD7577}"/>
                          </a:ext>
                        </a:extLst>
                      </p:cNvPr>
                      <p:cNvPicPr>
                        <a:picLocks noGrp="1" noRot="1" noChangeAspect="1" noMove="1" noResize="1" noEditPoints="1" noAdjustHandles="1" noChangeArrowheads="1" noChangeShapeType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035" y="6051024"/>
                        <a:ext cx="11071860" cy="456057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1C0D52E9-E57F-EEC3-B9D0-49A4375049D3}"/>
                      </a:ext>
                    </a:extLst>
                  </p:cNvPr>
                  <p:cNvSpPr txBox="1"/>
                  <p:nvPr/>
                </p:nvSpPr>
                <p:spPr>
                  <a:xfrm>
                    <a:off x="11235280" y="5029685"/>
                    <a:ext cx="119575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300" dirty="0">
                        <a:latin typeface="Palatino Linotype" panose="02040502050505030304" pitchFamily="18" charset="0"/>
                      </a:rPr>
                      <a:t>H2CCGT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BD29FF1-0CEF-3AFC-F886-3403C3EC2774}"/>
                      </a:ext>
                    </a:extLst>
                  </p:cNvPr>
                  <p:cNvSpPr txBox="1"/>
                  <p:nvPr/>
                </p:nvSpPr>
                <p:spPr>
                  <a:xfrm>
                    <a:off x="11262988" y="5463077"/>
                    <a:ext cx="1195754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300" dirty="0">
                        <a:latin typeface="Palatino Linotype" panose="02040502050505030304" pitchFamily="18" charset="0"/>
                      </a:rPr>
                      <a:t>BECCS</a:t>
                    </a:r>
                  </a:p>
                </p:txBody>
              </p: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0A4B4B9A-B631-676A-67B9-8B8A2280DA31}"/>
                      </a:ext>
                    </a:extLst>
                  </p:cNvPr>
                  <p:cNvCxnSpPr/>
                  <p:nvPr/>
                </p:nvCxnSpPr>
                <p:spPr>
                  <a:xfrm>
                    <a:off x="11192337" y="5178827"/>
                    <a:ext cx="239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B2C3F757-421C-B3FD-24E2-A23BE993C072}"/>
                      </a:ext>
                    </a:extLst>
                  </p:cNvPr>
                  <p:cNvCxnSpPr/>
                  <p:nvPr/>
                </p:nvCxnSpPr>
                <p:spPr>
                  <a:xfrm>
                    <a:off x="11282097" y="5614383"/>
                    <a:ext cx="23973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F93ECB3D-12C9-A444-2409-D0FE136E2E38}"/>
                      </a:ext>
                    </a:extLst>
                  </p:cNvPr>
                  <p:cNvSpPr txBox="1"/>
                  <p:nvPr/>
                </p:nvSpPr>
                <p:spPr>
                  <a:xfrm>
                    <a:off x="11003339" y="5250561"/>
                    <a:ext cx="253762" cy="2923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300" dirty="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rPr>
                      <a:t>3</a:t>
                    </a:r>
                  </a:p>
                </p:txBody>
              </p:sp>
            </p:grp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AF1B923-DA7C-4DC4-6281-4F055A969E14}"/>
                    </a:ext>
                  </a:extLst>
                </p:cNvPr>
                <p:cNvSpPr txBox="1"/>
                <p:nvPr/>
              </p:nvSpPr>
              <p:spPr>
                <a:xfrm>
                  <a:off x="10895047" y="9955805"/>
                  <a:ext cx="253762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300" dirty="0">
                      <a:solidFill>
                        <a:schemeClr val="bg1"/>
                      </a:solidFill>
                      <a:latin typeface="Palatino Linotype" panose="02040502050505030304" pitchFamily="18" charset="0"/>
                    </a:rPr>
                    <a:t>1</a:t>
                  </a:r>
                </a:p>
              </p:txBody>
            </p:sp>
          </p:grpSp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51" name="Chart 50">
                    <a:extLst>
                      <a:ext uri="{FF2B5EF4-FFF2-40B4-BE49-F238E27FC236}">
                        <a16:creationId xmlns:a16="http://schemas.microsoft.com/office/drawing/2014/main" id="{CA3263EC-10BC-CC9A-024C-356EC7FE8275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4276656213"/>
                      </p:ext>
                    </p:extLst>
                  </p:nvPr>
                </p:nvGraphicFramePr>
                <p:xfrm>
                  <a:off x="262985" y="643732"/>
                  <a:ext cx="11037381" cy="4634896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5"/>
                  </a:graphicData>
                </a:graphic>
              </p:graphicFrame>
            </mc:Choice>
            <mc:Fallback xmlns="">
              <p:pic>
                <p:nvPicPr>
                  <p:cNvPr id="51" name="Chart 50">
                    <a:extLst>
                      <a:ext uri="{FF2B5EF4-FFF2-40B4-BE49-F238E27FC236}">
                        <a16:creationId xmlns:a16="http://schemas.microsoft.com/office/drawing/2014/main" id="{CA3263EC-10BC-CC9A-024C-356EC7FE8275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62985" y="643732"/>
                    <a:ext cx="11037381" cy="4634896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FA0975-DE26-B170-0D22-92AF5FA993A7}"/>
                  </a:ext>
                </a:extLst>
              </p:cNvPr>
              <p:cNvSpPr txBox="1"/>
              <p:nvPr/>
            </p:nvSpPr>
            <p:spPr>
              <a:xfrm>
                <a:off x="10400990" y="4920872"/>
                <a:ext cx="88351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3</a:t>
                </a: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B235880-471C-6E9E-3B80-27F480EAE76F}"/>
                  </a:ext>
                </a:extLst>
              </p:cNvPr>
              <p:cNvCxnSpPr>
                <a:cxnSpLocks/>
                <a:stCxn id="53" idx="2"/>
              </p:cNvCxnSpPr>
              <p:nvPr/>
            </p:nvCxnSpPr>
            <p:spPr>
              <a:xfrm>
                <a:off x="10842745" y="5213260"/>
                <a:ext cx="0" cy="13736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668E46F-E35D-9EF1-27C6-A462317495A2}"/>
                  </a:ext>
                </a:extLst>
              </p:cNvPr>
              <p:cNvSpPr txBox="1"/>
              <p:nvPr/>
            </p:nvSpPr>
            <p:spPr>
              <a:xfrm>
                <a:off x="10663048" y="4919880"/>
                <a:ext cx="883510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2</a:t>
                </a:r>
              </a:p>
            </p:txBody>
          </p:sp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60" name="Chart 59">
                    <a:extLst>
                      <a:ext uri="{FF2B5EF4-FFF2-40B4-BE49-F238E27FC236}">
                        <a16:creationId xmlns:a16="http://schemas.microsoft.com/office/drawing/2014/main" id="{FDDD08C6-B122-F73C-12FD-289D33BB2077}"/>
                      </a:ext>
                    </a:extLst>
                  </p:cNvPr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2315677633"/>
                      </p:ext>
                    </p:extLst>
                  </p:nvPr>
                </p:nvGraphicFramePr>
                <p:xfrm>
                  <a:off x="253451" y="11345890"/>
                  <a:ext cx="11021515" cy="4657783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7"/>
                  </a:graphicData>
                </a:graphic>
              </p:graphicFrame>
            </mc:Choice>
            <mc:Fallback xmlns="">
              <p:pic>
                <p:nvPicPr>
                  <p:cNvPr id="60" name="Chart 59">
                    <a:extLst>
                      <a:ext uri="{FF2B5EF4-FFF2-40B4-BE49-F238E27FC236}">
                        <a16:creationId xmlns:a16="http://schemas.microsoft.com/office/drawing/2014/main" id="{FDDD08C6-B122-F73C-12FD-289D33BB2077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53451" y="11345890"/>
                    <a:ext cx="11021515" cy="4657783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9AA3DDE-FE8A-322A-B4C9-392AD9FF5F17}"/>
                  </a:ext>
                </a:extLst>
              </p:cNvPr>
              <p:cNvSpPr txBox="1"/>
              <p:nvPr/>
            </p:nvSpPr>
            <p:spPr>
              <a:xfrm>
                <a:off x="11148809" y="15382042"/>
                <a:ext cx="11957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latin typeface="Palatino Linotype" panose="02040502050505030304" pitchFamily="18" charset="0"/>
                  </a:rPr>
                  <a:t>H2CCGT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11621B6-7F57-AA4A-B188-120BC02DD75E}"/>
                  </a:ext>
                </a:extLst>
              </p:cNvPr>
              <p:cNvSpPr txBox="1"/>
              <p:nvPr/>
            </p:nvSpPr>
            <p:spPr>
              <a:xfrm>
                <a:off x="10996246" y="15710147"/>
                <a:ext cx="119575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latin typeface="Palatino Linotype" panose="02040502050505030304" pitchFamily="18" charset="0"/>
                  </a:rPr>
                  <a:t>WE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EA0D9E6-20FE-71F2-2F83-C898AEE617A7}"/>
                  </a:ext>
                </a:extLst>
              </p:cNvPr>
              <p:cNvCxnSpPr/>
              <p:nvPr/>
            </p:nvCxnSpPr>
            <p:spPr>
              <a:xfrm>
                <a:off x="11107267" y="15530533"/>
                <a:ext cx="239737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F17D323-EC8B-93CB-71FA-48D4CE1B8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19909" y="15848579"/>
                <a:ext cx="30032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508C6A-F347-6BA2-7248-620C7B1D2F49}"/>
                  </a:ext>
                </a:extLst>
              </p:cNvPr>
              <p:cNvSpPr txBox="1"/>
              <p:nvPr/>
            </p:nvSpPr>
            <p:spPr>
              <a:xfrm>
                <a:off x="10918269" y="15484757"/>
                <a:ext cx="25376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3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C3AE44-F572-42FF-3E23-FF04F7A90B47}"/>
                  </a:ext>
                </a:extLst>
              </p:cNvPr>
              <p:cNvSpPr txBox="1"/>
              <p:nvPr/>
            </p:nvSpPr>
            <p:spPr>
              <a:xfrm>
                <a:off x="10911576" y="15688926"/>
                <a:ext cx="253762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300" dirty="0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1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91948E-1F69-62B2-9B4E-EEC46F6B2456}"/>
                </a:ext>
              </a:extLst>
            </p:cNvPr>
            <p:cNvSpPr txBox="1"/>
            <p:nvPr/>
          </p:nvSpPr>
          <p:spPr>
            <a:xfrm>
              <a:off x="409993" y="15638645"/>
              <a:ext cx="616669" cy="276999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429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036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24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2026-06-30T20:22:49Z</dcterms:created>
  <dcterms:modified xsi:type="dcterms:W3CDTF">2026-10-07T14:48:51Z</dcterms:modified>
</cp:coreProperties>
</file>