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1112500" cy="115379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93" d="100"/>
          <a:sy n="93" d="100"/>
        </p:scale>
        <p:origin x="1446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3438" y="1888272"/>
            <a:ext cx="9445625" cy="4016916"/>
          </a:xfrm>
        </p:spPr>
        <p:txBody>
          <a:bodyPr anchor="b"/>
          <a:lstStyle>
            <a:lvl1pPr algn="ctr">
              <a:defRPr sz="729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89063" y="6060096"/>
            <a:ext cx="8334375" cy="2785666"/>
          </a:xfrm>
        </p:spPr>
        <p:txBody>
          <a:bodyPr/>
          <a:lstStyle>
            <a:lvl1pPr marL="0" indent="0" algn="ctr">
              <a:buNone/>
              <a:defRPr sz="2917"/>
            </a:lvl1pPr>
            <a:lvl2pPr marL="555635" indent="0" algn="ctr">
              <a:buNone/>
              <a:defRPr sz="2431"/>
            </a:lvl2pPr>
            <a:lvl3pPr marL="1111270" indent="0" algn="ctr">
              <a:buNone/>
              <a:defRPr sz="2188"/>
            </a:lvl3pPr>
            <a:lvl4pPr marL="1666905" indent="0" algn="ctr">
              <a:buNone/>
              <a:defRPr sz="1944"/>
            </a:lvl4pPr>
            <a:lvl5pPr marL="2222541" indent="0" algn="ctr">
              <a:buNone/>
              <a:defRPr sz="1944"/>
            </a:lvl5pPr>
            <a:lvl6pPr marL="2778176" indent="0" algn="ctr">
              <a:buNone/>
              <a:defRPr sz="1944"/>
            </a:lvl6pPr>
            <a:lvl7pPr marL="3333811" indent="0" algn="ctr">
              <a:buNone/>
              <a:defRPr sz="1944"/>
            </a:lvl7pPr>
            <a:lvl8pPr marL="3889446" indent="0" algn="ctr">
              <a:buNone/>
              <a:defRPr sz="1944"/>
            </a:lvl8pPr>
            <a:lvl9pPr marL="4445081" indent="0" algn="ctr">
              <a:buNone/>
              <a:defRPr sz="194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00953-8BBF-4811-A56E-C0E4D5F72595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4074-2979-4EE5-AC37-3EE833DD1E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3445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00953-8BBF-4811-A56E-C0E4D5F72595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4074-2979-4EE5-AC37-3EE833DD1E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521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197" y="2876478"/>
            <a:ext cx="9584531" cy="4799466"/>
          </a:xfrm>
        </p:spPr>
        <p:txBody>
          <a:bodyPr anchor="b"/>
          <a:lstStyle>
            <a:lvl1pPr>
              <a:defRPr sz="729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197" y="7721349"/>
            <a:ext cx="9584531" cy="2523926"/>
          </a:xfrm>
        </p:spPr>
        <p:txBody>
          <a:bodyPr/>
          <a:lstStyle>
            <a:lvl1pPr marL="0" indent="0">
              <a:buNone/>
              <a:defRPr sz="2917">
                <a:solidFill>
                  <a:schemeClr val="tx1">
                    <a:tint val="82000"/>
                  </a:schemeClr>
                </a:solidFill>
              </a:defRPr>
            </a:lvl1pPr>
            <a:lvl2pPr marL="555635" indent="0">
              <a:buNone/>
              <a:defRPr sz="2431">
                <a:solidFill>
                  <a:schemeClr val="tx1">
                    <a:tint val="82000"/>
                  </a:schemeClr>
                </a:solidFill>
              </a:defRPr>
            </a:lvl2pPr>
            <a:lvl3pPr marL="1111270" indent="0">
              <a:buNone/>
              <a:defRPr sz="2188">
                <a:solidFill>
                  <a:schemeClr val="tx1">
                    <a:tint val="82000"/>
                  </a:schemeClr>
                </a:solidFill>
              </a:defRPr>
            </a:lvl3pPr>
            <a:lvl4pPr marL="1666905" indent="0">
              <a:buNone/>
              <a:defRPr sz="1944">
                <a:solidFill>
                  <a:schemeClr val="tx1">
                    <a:tint val="82000"/>
                  </a:schemeClr>
                </a:solidFill>
              </a:defRPr>
            </a:lvl4pPr>
            <a:lvl5pPr marL="2222541" indent="0">
              <a:buNone/>
              <a:defRPr sz="1944">
                <a:solidFill>
                  <a:schemeClr val="tx1">
                    <a:tint val="82000"/>
                  </a:schemeClr>
                </a:solidFill>
              </a:defRPr>
            </a:lvl5pPr>
            <a:lvl6pPr marL="2778176" indent="0">
              <a:buNone/>
              <a:defRPr sz="1944">
                <a:solidFill>
                  <a:schemeClr val="tx1">
                    <a:tint val="82000"/>
                  </a:schemeClr>
                </a:solidFill>
              </a:defRPr>
            </a:lvl6pPr>
            <a:lvl7pPr marL="3333811" indent="0">
              <a:buNone/>
              <a:defRPr sz="1944">
                <a:solidFill>
                  <a:schemeClr val="tx1">
                    <a:tint val="82000"/>
                  </a:schemeClr>
                </a:solidFill>
              </a:defRPr>
            </a:lvl7pPr>
            <a:lvl8pPr marL="3889446" indent="0">
              <a:buNone/>
              <a:defRPr sz="1944">
                <a:solidFill>
                  <a:schemeClr val="tx1">
                    <a:tint val="82000"/>
                  </a:schemeClr>
                </a:solidFill>
              </a:defRPr>
            </a:lvl8pPr>
            <a:lvl9pPr marL="4445081" indent="0">
              <a:buNone/>
              <a:defRPr sz="194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00953-8BBF-4811-A56E-C0E4D5F72595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4074-2979-4EE5-AC37-3EE833DD1E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9771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3984" y="3071445"/>
            <a:ext cx="4722813" cy="73207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25703" y="3071445"/>
            <a:ext cx="4722813" cy="73207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00953-8BBF-4811-A56E-C0E4D5F72595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4074-2979-4EE5-AC37-3EE833DD1E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5961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432" y="614292"/>
            <a:ext cx="9584531" cy="22301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433" y="2828401"/>
            <a:ext cx="4701108" cy="1386156"/>
          </a:xfrm>
        </p:spPr>
        <p:txBody>
          <a:bodyPr anchor="b"/>
          <a:lstStyle>
            <a:lvl1pPr marL="0" indent="0">
              <a:buNone/>
              <a:defRPr sz="2917" b="1"/>
            </a:lvl1pPr>
            <a:lvl2pPr marL="555635" indent="0">
              <a:buNone/>
              <a:defRPr sz="2431" b="1"/>
            </a:lvl2pPr>
            <a:lvl3pPr marL="1111270" indent="0">
              <a:buNone/>
              <a:defRPr sz="2188" b="1"/>
            </a:lvl3pPr>
            <a:lvl4pPr marL="1666905" indent="0">
              <a:buNone/>
              <a:defRPr sz="1944" b="1"/>
            </a:lvl4pPr>
            <a:lvl5pPr marL="2222541" indent="0">
              <a:buNone/>
              <a:defRPr sz="1944" b="1"/>
            </a:lvl5pPr>
            <a:lvl6pPr marL="2778176" indent="0">
              <a:buNone/>
              <a:defRPr sz="1944" b="1"/>
            </a:lvl6pPr>
            <a:lvl7pPr marL="3333811" indent="0">
              <a:buNone/>
              <a:defRPr sz="1944" b="1"/>
            </a:lvl7pPr>
            <a:lvl8pPr marL="3889446" indent="0">
              <a:buNone/>
              <a:defRPr sz="1944" b="1"/>
            </a:lvl8pPr>
            <a:lvl9pPr marL="4445081" indent="0">
              <a:buNone/>
              <a:defRPr sz="19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33" y="4214557"/>
            <a:ext cx="4701108" cy="61989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25704" y="2828401"/>
            <a:ext cx="4724260" cy="1386156"/>
          </a:xfrm>
        </p:spPr>
        <p:txBody>
          <a:bodyPr anchor="b"/>
          <a:lstStyle>
            <a:lvl1pPr marL="0" indent="0">
              <a:buNone/>
              <a:defRPr sz="2917" b="1"/>
            </a:lvl1pPr>
            <a:lvl2pPr marL="555635" indent="0">
              <a:buNone/>
              <a:defRPr sz="2431" b="1"/>
            </a:lvl2pPr>
            <a:lvl3pPr marL="1111270" indent="0">
              <a:buNone/>
              <a:defRPr sz="2188" b="1"/>
            </a:lvl3pPr>
            <a:lvl4pPr marL="1666905" indent="0">
              <a:buNone/>
              <a:defRPr sz="1944" b="1"/>
            </a:lvl4pPr>
            <a:lvl5pPr marL="2222541" indent="0">
              <a:buNone/>
              <a:defRPr sz="1944" b="1"/>
            </a:lvl5pPr>
            <a:lvl6pPr marL="2778176" indent="0">
              <a:buNone/>
              <a:defRPr sz="1944" b="1"/>
            </a:lvl6pPr>
            <a:lvl7pPr marL="3333811" indent="0">
              <a:buNone/>
              <a:defRPr sz="1944" b="1"/>
            </a:lvl7pPr>
            <a:lvl8pPr marL="3889446" indent="0">
              <a:buNone/>
              <a:defRPr sz="1944" b="1"/>
            </a:lvl8pPr>
            <a:lvl9pPr marL="4445081" indent="0">
              <a:buNone/>
              <a:defRPr sz="19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25704" y="4214557"/>
            <a:ext cx="4724260" cy="61989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00953-8BBF-4811-A56E-C0E4D5F72595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4074-2979-4EE5-AC37-3EE833DD1E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6580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00953-8BBF-4811-A56E-C0E4D5F72595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4074-2979-4EE5-AC37-3EE833DD1E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61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00953-8BBF-4811-A56E-C0E4D5F72595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4074-2979-4EE5-AC37-3EE833DD1E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9017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432" y="769197"/>
            <a:ext cx="3584070" cy="2692188"/>
          </a:xfrm>
        </p:spPr>
        <p:txBody>
          <a:bodyPr anchor="b"/>
          <a:lstStyle>
            <a:lvl1pPr>
              <a:defRPr sz="38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4260" y="1661254"/>
            <a:ext cx="5625703" cy="8199423"/>
          </a:xfrm>
        </p:spPr>
        <p:txBody>
          <a:bodyPr/>
          <a:lstStyle>
            <a:lvl1pPr>
              <a:defRPr sz="3889"/>
            </a:lvl1pPr>
            <a:lvl2pPr>
              <a:defRPr sz="3403"/>
            </a:lvl2pPr>
            <a:lvl3pPr>
              <a:defRPr sz="2917"/>
            </a:lvl3pPr>
            <a:lvl4pPr>
              <a:defRPr sz="2431"/>
            </a:lvl4pPr>
            <a:lvl5pPr>
              <a:defRPr sz="2431"/>
            </a:lvl5pPr>
            <a:lvl6pPr>
              <a:defRPr sz="2431"/>
            </a:lvl6pPr>
            <a:lvl7pPr>
              <a:defRPr sz="2431"/>
            </a:lvl7pPr>
            <a:lvl8pPr>
              <a:defRPr sz="2431"/>
            </a:lvl8pPr>
            <a:lvl9pPr>
              <a:defRPr sz="243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5432" y="3461385"/>
            <a:ext cx="3584070" cy="6412644"/>
          </a:xfrm>
        </p:spPr>
        <p:txBody>
          <a:bodyPr/>
          <a:lstStyle>
            <a:lvl1pPr marL="0" indent="0">
              <a:buNone/>
              <a:defRPr sz="1944"/>
            </a:lvl1pPr>
            <a:lvl2pPr marL="555635" indent="0">
              <a:buNone/>
              <a:defRPr sz="1701"/>
            </a:lvl2pPr>
            <a:lvl3pPr marL="1111270" indent="0">
              <a:buNone/>
              <a:defRPr sz="1458"/>
            </a:lvl3pPr>
            <a:lvl4pPr marL="1666905" indent="0">
              <a:buNone/>
              <a:defRPr sz="1215"/>
            </a:lvl4pPr>
            <a:lvl5pPr marL="2222541" indent="0">
              <a:buNone/>
              <a:defRPr sz="1215"/>
            </a:lvl5pPr>
            <a:lvl6pPr marL="2778176" indent="0">
              <a:buNone/>
              <a:defRPr sz="1215"/>
            </a:lvl6pPr>
            <a:lvl7pPr marL="3333811" indent="0">
              <a:buNone/>
              <a:defRPr sz="1215"/>
            </a:lvl7pPr>
            <a:lvl8pPr marL="3889446" indent="0">
              <a:buNone/>
              <a:defRPr sz="1215"/>
            </a:lvl8pPr>
            <a:lvl9pPr marL="4445081" indent="0">
              <a:buNone/>
              <a:defRPr sz="121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00953-8BBF-4811-A56E-C0E4D5F72595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4074-2979-4EE5-AC37-3EE833DD1E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3913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432" y="769197"/>
            <a:ext cx="3584070" cy="2692188"/>
          </a:xfrm>
        </p:spPr>
        <p:txBody>
          <a:bodyPr anchor="b"/>
          <a:lstStyle>
            <a:lvl1pPr>
              <a:defRPr sz="38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4260" y="1661254"/>
            <a:ext cx="5625703" cy="8199423"/>
          </a:xfrm>
        </p:spPr>
        <p:txBody>
          <a:bodyPr anchor="t"/>
          <a:lstStyle>
            <a:lvl1pPr marL="0" indent="0">
              <a:buNone/>
              <a:defRPr sz="3889"/>
            </a:lvl1pPr>
            <a:lvl2pPr marL="555635" indent="0">
              <a:buNone/>
              <a:defRPr sz="3403"/>
            </a:lvl2pPr>
            <a:lvl3pPr marL="1111270" indent="0">
              <a:buNone/>
              <a:defRPr sz="2917"/>
            </a:lvl3pPr>
            <a:lvl4pPr marL="1666905" indent="0">
              <a:buNone/>
              <a:defRPr sz="2431"/>
            </a:lvl4pPr>
            <a:lvl5pPr marL="2222541" indent="0">
              <a:buNone/>
              <a:defRPr sz="2431"/>
            </a:lvl5pPr>
            <a:lvl6pPr marL="2778176" indent="0">
              <a:buNone/>
              <a:defRPr sz="2431"/>
            </a:lvl6pPr>
            <a:lvl7pPr marL="3333811" indent="0">
              <a:buNone/>
              <a:defRPr sz="2431"/>
            </a:lvl7pPr>
            <a:lvl8pPr marL="3889446" indent="0">
              <a:buNone/>
              <a:defRPr sz="2431"/>
            </a:lvl8pPr>
            <a:lvl9pPr marL="4445081" indent="0">
              <a:buNone/>
              <a:defRPr sz="2431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5432" y="3461385"/>
            <a:ext cx="3584070" cy="6412644"/>
          </a:xfrm>
        </p:spPr>
        <p:txBody>
          <a:bodyPr/>
          <a:lstStyle>
            <a:lvl1pPr marL="0" indent="0">
              <a:buNone/>
              <a:defRPr sz="1944"/>
            </a:lvl1pPr>
            <a:lvl2pPr marL="555635" indent="0">
              <a:buNone/>
              <a:defRPr sz="1701"/>
            </a:lvl2pPr>
            <a:lvl3pPr marL="1111270" indent="0">
              <a:buNone/>
              <a:defRPr sz="1458"/>
            </a:lvl3pPr>
            <a:lvl4pPr marL="1666905" indent="0">
              <a:buNone/>
              <a:defRPr sz="1215"/>
            </a:lvl4pPr>
            <a:lvl5pPr marL="2222541" indent="0">
              <a:buNone/>
              <a:defRPr sz="1215"/>
            </a:lvl5pPr>
            <a:lvl6pPr marL="2778176" indent="0">
              <a:buNone/>
              <a:defRPr sz="1215"/>
            </a:lvl6pPr>
            <a:lvl7pPr marL="3333811" indent="0">
              <a:buNone/>
              <a:defRPr sz="1215"/>
            </a:lvl7pPr>
            <a:lvl8pPr marL="3889446" indent="0">
              <a:buNone/>
              <a:defRPr sz="1215"/>
            </a:lvl8pPr>
            <a:lvl9pPr marL="4445081" indent="0">
              <a:buNone/>
              <a:defRPr sz="121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00953-8BBF-4811-A56E-C0E4D5F72595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4074-2979-4EE5-AC37-3EE833DD1E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2322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00953-8BBF-4811-A56E-C0E4D5F72595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4074-2979-4EE5-AC37-3EE833DD1E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8113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52383" y="614289"/>
            <a:ext cx="2396133" cy="9777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3985" y="614289"/>
            <a:ext cx="7049492" cy="9777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00953-8BBF-4811-A56E-C0E4D5F72595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4074-2979-4EE5-AC37-3EE833DD1E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812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3985" y="614292"/>
            <a:ext cx="9584531" cy="2230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3985" y="3071445"/>
            <a:ext cx="9584531" cy="73207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3984" y="10693973"/>
            <a:ext cx="2500313" cy="614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5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C00953-8BBF-4811-A56E-C0E4D5F72595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1016" y="10693973"/>
            <a:ext cx="3750469" cy="614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5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203" y="10693973"/>
            <a:ext cx="2500313" cy="614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5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5E4074-2979-4EE5-AC37-3EE833DD1E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1609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111270" rtl="0" eaLnBrk="1" latinLnBrk="0" hangingPunct="1">
        <a:lnSpc>
          <a:spcPct val="90000"/>
        </a:lnSpc>
        <a:spcBef>
          <a:spcPct val="0"/>
        </a:spcBef>
        <a:buNone/>
        <a:defRPr sz="534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7818" indent="-277818" algn="l" defTabSz="1111270" rtl="0" eaLnBrk="1" latinLnBrk="0" hangingPunct="1">
        <a:lnSpc>
          <a:spcPct val="90000"/>
        </a:lnSpc>
        <a:spcBef>
          <a:spcPts val="1215"/>
        </a:spcBef>
        <a:buFont typeface="Arial" panose="020B0604020202020204" pitchFamily="34" charset="0"/>
        <a:buChar char="•"/>
        <a:defRPr sz="3403" kern="1200">
          <a:solidFill>
            <a:schemeClr val="tx1"/>
          </a:solidFill>
          <a:latin typeface="+mn-lt"/>
          <a:ea typeface="+mn-ea"/>
          <a:cs typeface="+mn-cs"/>
        </a:defRPr>
      </a:lvl1pPr>
      <a:lvl2pPr marL="833453" indent="-277818" algn="l" defTabSz="1111270" rtl="0" eaLnBrk="1" latinLnBrk="0" hangingPunct="1">
        <a:lnSpc>
          <a:spcPct val="90000"/>
        </a:lnSpc>
        <a:spcBef>
          <a:spcPts val="608"/>
        </a:spcBef>
        <a:buFont typeface="Arial" panose="020B0604020202020204" pitchFamily="34" charset="0"/>
        <a:buChar char="•"/>
        <a:defRPr sz="2917" kern="1200">
          <a:solidFill>
            <a:schemeClr val="tx1"/>
          </a:solidFill>
          <a:latin typeface="+mn-lt"/>
          <a:ea typeface="+mn-ea"/>
          <a:cs typeface="+mn-cs"/>
        </a:defRPr>
      </a:lvl2pPr>
      <a:lvl3pPr marL="1389088" indent="-277818" algn="l" defTabSz="1111270" rtl="0" eaLnBrk="1" latinLnBrk="0" hangingPunct="1">
        <a:lnSpc>
          <a:spcPct val="90000"/>
        </a:lnSpc>
        <a:spcBef>
          <a:spcPts val="608"/>
        </a:spcBef>
        <a:buFont typeface="Arial" panose="020B0604020202020204" pitchFamily="34" charset="0"/>
        <a:buChar char="•"/>
        <a:defRPr sz="2431" kern="1200">
          <a:solidFill>
            <a:schemeClr val="tx1"/>
          </a:solidFill>
          <a:latin typeface="+mn-lt"/>
          <a:ea typeface="+mn-ea"/>
          <a:cs typeface="+mn-cs"/>
        </a:defRPr>
      </a:lvl3pPr>
      <a:lvl4pPr marL="1944723" indent="-277818" algn="l" defTabSz="1111270" rtl="0" eaLnBrk="1" latinLnBrk="0" hangingPunct="1">
        <a:lnSpc>
          <a:spcPct val="90000"/>
        </a:lnSpc>
        <a:spcBef>
          <a:spcPts val="608"/>
        </a:spcBef>
        <a:buFont typeface="Arial" panose="020B0604020202020204" pitchFamily="34" charset="0"/>
        <a:buChar char="•"/>
        <a:defRPr sz="2188" kern="1200">
          <a:solidFill>
            <a:schemeClr val="tx1"/>
          </a:solidFill>
          <a:latin typeface="+mn-lt"/>
          <a:ea typeface="+mn-ea"/>
          <a:cs typeface="+mn-cs"/>
        </a:defRPr>
      </a:lvl4pPr>
      <a:lvl5pPr marL="2500358" indent="-277818" algn="l" defTabSz="1111270" rtl="0" eaLnBrk="1" latinLnBrk="0" hangingPunct="1">
        <a:lnSpc>
          <a:spcPct val="90000"/>
        </a:lnSpc>
        <a:spcBef>
          <a:spcPts val="608"/>
        </a:spcBef>
        <a:buFont typeface="Arial" panose="020B0604020202020204" pitchFamily="34" charset="0"/>
        <a:buChar char="•"/>
        <a:defRPr sz="2188" kern="1200">
          <a:solidFill>
            <a:schemeClr val="tx1"/>
          </a:solidFill>
          <a:latin typeface="+mn-lt"/>
          <a:ea typeface="+mn-ea"/>
          <a:cs typeface="+mn-cs"/>
        </a:defRPr>
      </a:lvl5pPr>
      <a:lvl6pPr marL="3055993" indent="-277818" algn="l" defTabSz="1111270" rtl="0" eaLnBrk="1" latinLnBrk="0" hangingPunct="1">
        <a:lnSpc>
          <a:spcPct val="90000"/>
        </a:lnSpc>
        <a:spcBef>
          <a:spcPts val="608"/>
        </a:spcBef>
        <a:buFont typeface="Arial" panose="020B0604020202020204" pitchFamily="34" charset="0"/>
        <a:buChar char="•"/>
        <a:defRPr sz="2188" kern="1200">
          <a:solidFill>
            <a:schemeClr val="tx1"/>
          </a:solidFill>
          <a:latin typeface="+mn-lt"/>
          <a:ea typeface="+mn-ea"/>
          <a:cs typeface="+mn-cs"/>
        </a:defRPr>
      </a:lvl6pPr>
      <a:lvl7pPr marL="3611629" indent="-277818" algn="l" defTabSz="1111270" rtl="0" eaLnBrk="1" latinLnBrk="0" hangingPunct="1">
        <a:lnSpc>
          <a:spcPct val="90000"/>
        </a:lnSpc>
        <a:spcBef>
          <a:spcPts val="608"/>
        </a:spcBef>
        <a:buFont typeface="Arial" panose="020B0604020202020204" pitchFamily="34" charset="0"/>
        <a:buChar char="•"/>
        <a:defRPr sz="2188" kern="1200">
          <a:solidFill>
            <a:schemeClr val="tx1"/>
          </a:solidFill>
          <a:latin typeface="+mn-lt"/>
          <a:ea typeface="+mn-ea"/>
          <a:cs typeface="+mn-cs"/>
        </a:defRPr>
      </a:lvl7pPr>
      <a:lvl8pPr marL="4167264" indent="-277818" algn="l" defTabSz="1111270" rtl="0" eaLnBrk="1" latinLnBrk="0" hangingPunct="1">
        <a:lnSpc>
          <a:spcPct val="90000"/>
        </a:lnSpc>
        <a:spcBef>
          <a:spcPts val="608"/>
        </a:spcBef>
        <a:buFont typeface="Arial" panose="020B0604020202020204" pitchFamily="34" charset="0"/>
        <a:buChar char="•"/>
        <a:defRPr sz="2188" kern="1200">
          <a:solidFill>
            <a:schemeClr val="tx1"/>
          </a:solidFill>
          <a:latin typeface="+mn-lt"/>
          <a:ea typeface="+mn-ea"/>
          <a:cs typeface="+mn-cs"/>
        </a:defRPr>
      </a:lvl8pPr>
      <a:lvl9pPr marL="4722899" indent="-277818" algn="l" defTabSz="1111270" rtl="0" eaLnBrk="1" latinLnBrk="0" hangingPunct="1">
        <a:lnSpc>
          <a:spcPct val="90000"/>
        </a:lnSpc>
        <a:spcBef>
          <a:spcPts val="608"/>
        </a:spcBef>
        <a:buFont typeface="Arial" panose="020B0604020202020204" pitchFamily="34" charset="0"/>
        <a:buChar char="•"/>
        <a:defRPr sz="21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11270" rtl="0" eaLnBrk="1" latinLnBrk="0" hangingPunct="1">
        <a:defRPr sz="2188" kern="1200">
          <a:solidFill>
            <a:schemeClr val="tx1"/>
          </a:solidFill>
          <a:latin typeface="+mn-lt"/>
          <a:ea typeface="+mn-ea"/>
          <a:cs typeface="+mn-cs"/>
        </a:defRPr>
      </a:lvl1pPr>
      <a:lvl2pPr marL="555635" algn="l" defTabSz="1111270" rtl="0" eaLnBrk="1" latinLnBrk="0" hangingPunct="1">
        <a:defRPr sz="2188" kern="1200">
          <a:solidFill>
            <a:schemeClr val="tx1"/>
          </a:solidFill>
          <a:latin typeface="+mn-lt"/>
          <a:ea typeface="+mn-ea"/>
          <a:cs typeface="+mn-cs"/>
        </a:defRPr>
      </a:lvl2pPr>
      <a:lvl3pPr marL="1111270" algn="l" defTabSz="1111270" rtl="0" eaLnBrk="1" latinLnBrk="0" hangingPunct="1">
        <a:defRPr sz="2188" kern="1200">
          <a:solidFill>
            <a:schemeClr val="tx1"/>
          </a:solidFill>
          <a:latin typeface="+mn-lt"/>
          <a:ea typeface="+mn-ea"/>
          <a:cs typeface="+mn-cs"/>
        </a:defRPr>
      </a:lvl3pPr>
      <a:lvl4pPr marL="1666905" algn="l" defTabSz="1111270" rtl="0" eaLnBrk="1" latinLnBrk="0" hangingPunct="1">
        <a:defRPr sz="2188" kern="1200">
          <a:solidFill>
            <a:schemeClr val="tx1"/>
          </a:solidFill>
          <a:latin typeface="+mn-lt"/>
          <a:ea typeface="+mn-ea"/>
          <a:cs typeface="+mn-cs"/>
        </a:defRPr>
      </a:lvl4pPr>
      <a:lvl5pPr marL="2222541" algn="l" defTabSz="1111270" rtl="0" eaLnBrk="1" latinLnBrk="0" hangingPunct="1">
        <a:defRPr sz="2188" kern="1200">
          <a:solidFill>
            <a:schemeClr val="tx1"/>
          </a:solidFill>
          <a:latin typeface="+mn-lt"/>
          <a:ea typeface="+mn-ea"/>
          <a:cs typeface="+mn-cs"/>
        </a:defRPr>
      </a:lvl5pPr>
      <a:lvl6pPr marL="2778176" algn="l" defTabSz="1111270" rtl="0" eaLnBrk="1" latinLnBrk="0" hangingPunct="1">
        <a:defRPr sz="2188" kern="1200">
          <a:solidFill>
            <a:schemeClr val="tx1"/>
          </a:solidFill>
          <a:latin typeface="+mn-lt"/>
          <a:ea typeface="+mn-ea"/>
          <a:cs typeface="+mn-cs"/>
        </a:defRPr>
      </a:lvl6pPr>
      <a:lvl7pPr marL="3333811" algn="l" defTabSz="1111270" rtl="0" eaLnBrk="1" latinLnBrk="0" hangingPunct="1">
        <a:defRPr sz="2188" kern="1200">
          <a:solidFill>
            <a:schemeClr val="tx1"/>
          </a:solidFill>
          <a:latin typeface="+mn-lt"/>
          <a:ea typeface="+mn-ea"/>
          <a:cs typeface="+mn-cs"/>
        </a:defRPr>
      </a:lvl7pPr>
      <a:lvl8pPr marL="3889446" algn="l" defTabSz="1111270" rtl="0" eaLnBrk="1" latinLnBrk="0" hangingPunct="1">
        <a:defRPr sz="2188" kern="1200">
          <a:solidFill>
            <a:schemeClr val="tx1"/>
          </a:solidFill>
          <a:latin typeface="+mn-lt"/>
          <a:ea typeface="+mn-ea"/>
          <a:cs typeface="+mn-cs"/>
        </a:defRPr>
      </a:lvl8pPr>
      <a:lvl9pPr marL="4445081" algn="l" defTabSz="1111270" rtl="0" eaLnBrk="1" latinLnBrk="0" hangingPunct="1">
        <a:defRPr sz="21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45FF089F-7767-3FAD-B2BB-D2A9C22636EC}"/>
              </a:ext>
            </a:extLst>
          </p:cNvPr>
          <p:cNvGrpSpPr/>
          <p:nvPr/>
        </p:nvGrpSpPr>
        <p:grpSpPr>
          <a:xfrm>
            <a:off x="1319435" y="-86711"/>
            <a:ext cx="7608809" cy="11604668"/>
            <a:chOff x="1319435" y="-86711"/>
            <a:chExt cx="7608809" cy="1160466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0BF8A81-27BC-52CF-B210-6686E24B1C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74393" y="-86711"/>
              <a:ext cx="7253851" cy="3660928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F774FCE-C36F-E0D5-A4B7-5F962890F4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55741" y="7857028"/>
              <a:ext cx="7253852" cy="3660929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A17C3A4-45BF-6013-0306-BD0DE2493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55741" y="3938510"/>
              <a:ext cx="7253852" cy="3660929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7268C6E-6504-2DD2-78D4-F9D5C3A430D6}"/>
                </a:ext>
              </a:extLst>
            </p:cNvPr>
            <p:cNvSpPr txBox="1"/>
            <p:nvPr/>
          </p:nvSpPr>
          <p:spPr>
            <a:xfrm>
              <a:off x="1319435" y="82731"/>
              <a:ext cx="2363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a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332DF3E-E575-4F5B-291A-6F08550E94BA}"/>
                </a:ext>
              </a:extLst>
            </p:cNvPr>
            <p:cNvSpPr txBox="1"/>
            <p:nvPr/>
          </p:nvSpPr>
          <p:spPr>
            <a:xfrm>
              <a:off x="1319435" y="3938510"/>
              <a:ext cx="2363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b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AC78D63-4241-C575-C00E-FF2F67050309}"/>
                </a:ext>
              </a:extLst>
            </p:cNvPr>
            <p:cNvSpPr txBox="1"/>
            <p:nvPr/>
          </p:nvSpPr>
          <p:spPr>
            <a:xfrm>
              <a:off x="1319435" y="7857028"/>
              <a:ext cx="2363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756703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</TotalTime>
  <Words>3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 Hemmati</dc:creator>
  <cp:lastModifiedBy>Mohammad Hemmati</cp:lastModifiedBy>
  <cp:revision>1</cp:revision>
  <dcterms:created xsi:type="dcterms:W3CDTF">2026-09-28T14:02:35Z</dcterms:created>
  <dcterms:modified xsi:type="dcterms:W3CDTF">2026-09-28T14:43:11Z</dcterms:modified>
</cp:coreProperties>
</file>